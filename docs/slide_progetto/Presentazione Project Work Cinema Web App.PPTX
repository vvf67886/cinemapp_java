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57" r:id="rId5"/>
    <p:sldId id="297" r:id="rId6"/>
    <p:sldId id="296" r:id="rId7"/>
    <p:sldId id="261" r:id="rId8"/>
    <p:sldId id="258" r:id="rId9"/>
    <p:sldId id="266" r:id="rId10"/>
    <p:sldId id="286" r:id="rId11"/>
    <p:sldId id="267" r:id="rId12"/>
    <p:sldId id="287" r:id="rId13"/>
    <p:sldId id="268" r:id="rId14"/>
    <p:sldId id="288" r:id="rId15"/>
    <p:sldId id="269" r:id="rId16"/>
    <p:sldId id="289" r:id="rId17"/>
    <p:sldId id="265" r:id="rId18"/>
    <p:sldId id="290" r:id="rId19"/>
    <p:sldId id="264" r:id="rId20"/>
    <p:sldId id="259" r:id="rId21"/>
    <p:sldId id="271" r:id="rId22"/>
    <p:sldId id="272" r:id="rId23"/>
    <p:sldId id="270" r:id="rId24"/>
    <p:sldId id="283" r:id="rId25"/>
    <p:sldId id="282" r:id="rId26"/>
    <p:sldId id="260" r:id="rId27"/>
    <p:sldId id="276" r:id="rId28"/>
    <p:sldId id="291" r:id="rId29"/>
    <p:sldId id="277" r:id="rId30"/>
    <p:sldId id="292" r:id="rId31"/>
    <p:sldId id="278" r:id="rId32"/>
    <p:sldId id="293" r:id="rId33"/>
    <p:sldId id="279" r:id="rId34"/>
    <p:sldId id="294" r:id="rId35"/>
    <p:sldId id="280" r:id="rId36"/>
    <p:sldId id="295" r:id="rId37"/>
    <p:sldId id="281" r:id="rId3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643C57-7730-D0F7-D8E0-01571313C5BF}" v="54" dt="2024-11-07T16:10:31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Di Gloria" userId="3d58de5a73ee2ba1" providerId="Windows Live" clId="Web-{D4D35556-9E3C-2CD8-414F-9568A13E03EB}"/>
    <pc:docChg chg="addSld delSld modSld sldOrd">
      <pc:chgData name="Fabio Di Gloria" userId="3d58de5a73ee2ba1" providerId="Windows Live" clId="Web-{D4D35556-9E3C-2CD8-414F-9568A13E03EB}" dt="2024-10-20T11:16:13.012" v="778" actId="1076"/>
      <pc:docMkLst>
        <pc:docMk/>
      </pc:docMkLst>
      <pc:sldChg chg="addSp delSp modSp">
        <pc:chgData name="Fabio Di Gloria" userId="3d58de5a73ee2ba1" providerId="Windows Live" clId="Web-{D4D35556-9E3C-2CD8-414F-9568A13E03EB}" dt="2024-10-20T11:06:31.620" v="682" actId="1076"/>
        <pc:sldMkLst>
          <pc:docMk/>
          <pc:sldMk cId="3272924078" sldId="257"/>
        </pc:sldMkLst>
        <pc:spChg chg="mod">
          <ac:chgData name="Fabio Di Gloria" userId="3d58de5a73ee2ba1" providerId="Windows Live" clId="Web-{D4D35556-9E3C-2CD8-414F-9568A13E03EB}" dt="2024-10-20T11:06:31.620" v="682" actId="1076"/>
          <ac:spMkLst>
            <pc:docMk/>
            <pc:sldMk cId="3272924078" sldId="257"/>
            <ac:spMk id="7" creationId="{13ACF366-9736-8753-9E86-A8A9CC82FEF8}"/>
          </ac:spMkLst>
        </pc:spChg>
        <pc:spChg chg="add mod">
          <ac:chgData name="Fabio Di Gloria" userId="3d58de5a73ee2ba1" providerId="Windows Live" clId="Web-{D4D35556-9E3C-2CD8-414F-9568A13E03EB}" dt="2024-10-20T10:29:24.695" v="339" actId="1076"/>
          <ac:spMkLst>
            <pc:docMk/>
            <pc:sldMk cId="3272924078" sldId="257"/>
            <ac:spMk id="10" creationId="{576E193B-0C52-8A3B-7796-F0CF58C5BB33}"/>
          </ac:spMkLst>
        </pc:spChg>
      </pc:sldChg>
      <pc:sldChg chg="addSp delSp modSp">
        <pc:chgData name="Fabio Di Gloria" userId="3d58de5a73ee2ba1" providerId="Windows Live" clId="Web-{D4D35556-9E3C-2CD8-414F-9568A13E03EB}" dt="2024-10-20T11:08:54.765" v="696" actId="1076"/>
        <pc:sldMkLst>
          <pc:docMk/>
          <pc:sldMk cId="1096529805" sldId="258"/>
        </pc:sldMkLst>
        <pc:spChg chg="mod">
          <ac:chgData name="Fabio Di Gloria" userId="3d58de5a73ee2ba1" providerId="Windows Live" clId="Web-{D4D35556-9E3C-2CD8-414F-9568A13E03EB}" dt="2024-10-20T11:08:54.765" v="696" actId="1076"/>
          <ac:spMkLst>
            <pc:docMk/>
            <pc:sldMk cId="1096529805" sldId="258"/>
            <ac:spMk id="7" creationId="{E18B8556-43AD-E3F2-868C-82947F9B2B93}"/>
          </ac:spMkLst>
        </pc:spChg>
        <pc:spChg chg="add mod">
          <ac:chgData name="Fabio Di Gloria" userId="3d58de5a73ee2ba1" providerId="Windows Live" clId="Web-{D4D35556-9E3C-2CD8-414F-9568A13E03EB}" dt="2024-10-20T11:08:48.733" v="695" actId="1076"/>
          <ac:spMkLst>
            <pc:docMk/>
            <pc:sldMk cId="1096529805" sldId="258"/>
            <ac:spMk id="8" creationId="{6584AC42-41EF-0342-B7DD-6E79D0192EC6}"/>
          </ac:spMkLst>
        </pc:spChg>
        <pc:spChg chg="add mod">
          <ac:chgData name="Fabio Di Gloria" userId="3d58de5a73ee2ba1" providerId="Windows Live" clId="Web-{D4D35556-9E3C-2CD8-414F-9568A13E03EB}" dt="2024-10-20T10:02:18.523" v="91" actId="20577"/>
          <ac:spMkLst>
            <pc:docMk/>
            <pc:sldMk cId="1096529805" sldId="258"/>
            <ac:spMk id="9" creationId="{B15F7D63-2887-F777-47C9-D5BE400E8839}"/>
          </ac:spMkLst>
        </pc:spChg>
        <pc:spChg chg="add mod">
          <ac:chgData name="Fabio Di Gloria" userId="3d58de5a73ee2ba1" providerId="Windows Live" clId="Web-{D4D35556-9E3C-2CD8-414F-9568A13E03EB}" dt="2024-10-20T11:07:45.950" v="688" actId="20577"/>
          <ac:spMkLst>
            <pc:docMk/>
            <pc:sldMk cId="1096529805" sldId="258"/>
            <ac:spMk id="12" creationId="{3C6F459F-0A6C-A4D1-0A2A-1BBD6BFE7BE7}"/>
          </ac:spMkLst>
        </pc:spChg>
        <pc:picChg chg="mod">
          <ac:chgData name="Fabio Di Gloria" userId="3d58de5a73ee2ba1" providerId="Windows Live" clId="Web-{D4D35556-9E3C-2CD8-414F-9568A13E03EB}" dt="2024-10-20T09:59:33.331" v="63" actId="1076"/>
          <ac:picMkLst>
            <pc:docMk/>
            <pc:sldMk cId="1096529805" sldId="258"/>
            <ac:picMk id="6" creationId="{1FAE887A-E5BB-0D0A-7695-72C184222F0D}"/>
          </ac:picMkLst>
        </pc:picChg>
      </pc:sldChg>
      <pc:sldChg chg="addSp modSp">
        <pc:chgData name="Fabio Di Gloria" userId="3d58de5a73ee2ba1" providerId="Windows Live" clId="Web-{D4D35556-9E3C-2CD8-414F-9568A13E03EB}" dt="2024-10-20T11:12:06.708" v="714" actId="20577"/>
        <pc:sldMkLst>
          <pc:docMk/>
          <pc:sldMk cId="2331404214" sldId="259"/>
        </pc:sldMkLst>
        <pc:spChg chg="mod">
          <ac:chgData name="Fabio Di Gloria" userId="3d58de5a73ee2ba1" providerId="Windows Live" clId="Web-{D4D35556-9E3C-2CD8-414F-9568A13E03EB}" dt="2024-10-20T10:09:26.551" v="136" actId="1076"/>
          <ac:spMkLst>
            <pc:docMk/>
            <pc:sldMk cId="2331404214" sldId="259"/>
            <ac:spMk id="3" creationId="{6D090808-B84C-21D7-210C-7DB823F95468}"/>
          </ac:spMkLst>
        </pc:spChg>
        <pc:spChg chg="mod">
          <ac:chgData name="Fabio Di Gloria" userId="3d58de5a73ee2ba1" providerId="Windows Live" clId="Web-{D4D35556-9E3C-2CD8-414F-9568A13E03EB}" dt="2024-10-20T11:11:59.801" v="713" actId="20577"/>
          <ac:spMkLst>
            <pc:docMk/>
            <pc:sldMk cId="2331404214" sldId="259"/>
            <ac:spMk id="5" creationId="{0480B99B-BC0E-E486-5E95-F8510FFE046D}"/>
          </ac:spMkLst>
        </pc:spChg>
        <pc:spChg chg="mod">
          <ac:chgData name="Fabio Di Gloria" userId="3d58de5a73ee2ba1" providerId="Windows Live" clId="Web-{D4D35556-9E3C-2CD8-414F-9568A13E03EB}" dt="2024-10-20T11:12:06.708" v="714" actId="20577"/>
          <ac:spMkLst>
            <pc:docMk/>
            <pc:sldMk cId="2331404214" sldId="259"/>
            <ac:spMk id="6" creationId="{0D4A9575-931A-7D81-82A5-5E435C72B285}"/>
          </ac:spMkLst>
        </pc:spChg>
        <pc:spChg chg="mod">
          <ac:chgData name="Fabio Di Gloria" userId="3d58de5a73ee2ba1" providerId="Windows Live" clId="Web-{D4D35556-9E3C-2CD8-414F-9568A13E03EB}" dt="2024-10-20T10:09:17.145" v="135" actId="20577"/>
          <ac:spMkLst>
            <pc:docMk/>
            <pc:sldMk cId="2331404214" sldId="259"/>
            <ac:spMk id="9" creationId="{5AECBAAC-86F6-396E-D482-678E035C0EE0}"/>
          </ac:spMkLst>
        </pc:spChg>
        <pc:spChg chg="add mod">
          <ac:chgData name="Fabio Di Gloria" userId="3d58de5a73ee2ba1" providerId="Windows Live" clId="Web-{D4D35556-9E3C-2CD8-414F-9568A13E03EB}" dt="2024-10-20T10:39:28.244" v="437" actId="14100"/>
          <ac:spMkLst>
            <pc:docMk/>
            <pc:sldMk cId="2331404214" sldId="259"/>
            <ac:spMk id="12" creationId="{F06BA222-F30E-1F93-A46E-C311F90767A1}"/>
          </ac:spMkLst>
        </pc:spChg>
        <pc:spChg chg="add mod">
          <ac:chgData name="Fabio Di Gloria" userId="3d58de5a73ee2ba1" providerId="Windows Live" clId="Web-{D4D35556-9E3C-2CD8-414F-9568A13E03EB}" dt="2024-10-20T10:40:28.402" v="452" actId="20577"/>
          <ac:spMkLst>
            <pc:docMk/>
            <pc:sldMk cId="2331404214" sldId="259"/>
            <ac:spMk id="15" creationId="{F1DA069B-0727-45ED-E39B-BB6A8576B6D5}"/>
          </ac:spMkLst>
        </pc:spChg>
        <pc:spChg chg="add mod">
          <ac:chgData name="Fabio Di Gloria" userId="3d58de5a73ee2ba1" providerId="Windows Live" clId="Web-{D4D35556-9E3C-2CD8-414F-9568A13E03EB}" dt="2024-10-20T10:40:36.964" v="454" actId="1076"/>
          <ac:spMkLst>
            <pc:docMk/>
            <pc:sldMk cId="2331404214" sldId="259"/>
            <ac:spMk id="16" creationId="{DC9354F0-3C9A-5899-A0AC-9FE99CD0FB2E}"/>
          </ac:spMkLst>
        </pc:spChg>
        <pc:spChg chg="add mod">
          <ac:chgData name="Fabio Di Gloria" userId="3d58de5a73ee2ba1" providerId="Windows Live" clId="Web-{D4D35556-9E3C-2CD8-414F-9568A13E03EB}" dt="2024-10-20T10:41:09.872" v="464" actId="20577"/>
          <ac:spMkLst>
            <pc:docMk/>
            <pc:sldMk cId="2331404214" sldId="259"/>
            <ac:spMk id="17" creationId="{F3E58271-4DE3-D90D-AEEC-0B6203AB4E0E}"/>
          </ac:spMkLst>
        </pc:spChg>
      </pc:sldChg>
      <pc:sldChg chg="addSp delSp modSp">
        <pc:chgData name="Fabio Di Gloria" userId="3d58de5a73ee2ba1" providerId="Windows Live" clId="Web-{D4D35556-9E3C-2CD8-414F-9568A13E03EB}" dt="2024-10-20T11:15:37.730" v="771" actId="14100"/>
        <pc:sldMkLst>
          <pc:docMk/>
          <pc:sldMk cId="629791512" sldId="260"/>
        </pc:sldMkLst>
        <pc:spChg chg="mod">
          <ac:chgData name="Fabio Di Gloria" userId="3d58de5a73ee2ba1" providerId="Windows Live" clId="Web-{D4D35556-9E3C-2CD8-414F-9568A13E03EB}" dt="2024-10-20T10:13:45.778" v="174" actId="20577"/>
          <ac:spMkLst>
            <pc:docMk/>
            <pc:sldMk cId="629791512" sldId="260"/>
            <ac:spMk id="3" creationId="{49A5003C-ADE7-719E-B7DB-C90DE9C850D6}"/>
          </ac:spMkLst>
        </pc:spChg>
        <pc:spChg chg="add mod">
          <ac:chgData name="Fabio Di Gloria" userId="3d58de5a73ee2ba1" providerId="Windows Live" clId="Web-{D4D35556-9E3C-2CD8-414F-9568A13E03EB}" dt="2024-10-20T11:15:11.198" v="764" actId="1076"/>
          <ac:spMkLst>
            <pc:docMk/>
            <pc:sldMk cId="629791512" sldId="260"/>
            <ac:spMk id="4" creationId="{24108139-8308-73BF-579C-76BB05F0C476}"/>
          </ac:spMkLst>
        </pc:spChg>
        <pc:spChg chg="add mod">
          <ac:chgData name="Fabio Di Gloria" userId="3d58de5a73ee2ba1" providerId="Windows Live" clId="Web-{D4D35556-9E3C-2CD8-414F-9568A13E03EB}" dt="2024-10-20T11:15:37.730" v="771" actId="14100"/>
          <ac:spMkLst>
            <pc:docMk/>
            <pc:sldMk cId="629791512" sldId="260"/>
            <ac:spMk id="6" creationId="{120312AA-483F-33A3-0A60-3D3853B2130F}"/>
          </ac:spMkLst>
        </pc:spChg>
        <pc:spChg chg="add mod">
          <ac:chgData name="Fabio Di Gloria" userId="3d58de5a73ee2ba1" providerId="Windows Live" clId="Web-{D4D35556-9E3C-2CD8-414F-9568A13E03EB}" dt="2024-10-20T11:15:19.151" v="766" actId="20577"/>
          <ac:spMkLst>
            <pc:docMk/>
            <pc:sldMk cId="629791512" sldId="260"/>
            <ac:spMk id="7" creationId="{013EA37E-07E2-F39F-178E-AA1645C21116}"/>
          </ac:spMkLst>
        </pc:spChg>
        <pc:picChg chg="mod">
          <ac:chgData name="Fabio Di Gloria" userId="3d58de5a73ee2ba1" providerId="Windows Live" clId="Web-{D4D35556-9E3C-2CD8-414F-9568A13E03EB}" dt="2024-10-20T10:13:51.637" v="175" actId="1076"/>
          <ac:picMkLst>
            <pc:docMk/>
            <pc:sldMk cId="629791512" sldId="260"/>
            <ac:picMk id="2" creationId="{9C1CD3C5-C850-AE15-094A-340AF24D5800}"/>
          </ac:picMkLst>
        </pc:picChg>
      </pc:sldChg>
      <pc:sldChg chg="addSp modSp">
        <pc:chgData name="Fabio Di Gloria" userId="3d58de5a73ee2ba1" providerId="Windows Live" clId="Web-{D4D35556-9E3C-2CD8-414F-9568A13E03EB}" dt="2024-10-20T11:06:59.246" v="683" actId="1076"/>
        <pc:sldMkLst>
          <pc:docMk/>
          <pc:sldMk cId="3961815029" sldId="261"/>
        </pc:sldMkLst>
        <pc:spChg chg="mod">
          <ac:chgData name="Fabio Di Gloria" userId="3d58de5a73ee2ba1" providerId="Windows Live" clId="Web-{D4D35556-9E3C-2CD8-414F-9568A13E03EB}" dt="2024-10-20T11:06:59.246" v="683" actId="1076"/>
          <ac:spMkLst>
            <pc:docMk/>
            <pc:sldMk cId="3961815029" sldId="261"/>
            <ac:spMk id="7" creationId="{13ACF366-9736-8753-9E86-A8A9CC82FEF8}"/>
          </ac:spMkLst>
        </pc:spChg>
        <pc:spChg chg="add mod">
          <ac:chgData name="Fabio Di Gloria" userId="3d58de5a73ee2ba1" providerId="Windows Live" clId="Web-{D4D35556-9E3C-2CD8-414F-9568A13E03EB}" dt="2024-10-20T10:30:18.462" v="344" actId="1076"/>
          <ac:spMkLst>
            <pc:docMk/>
            <pc:sldMk cId="3961815029" sldId="261"/>
            <ac:spMk id="8" creationId="{8964C286-04CE-D88B-4AC4-A8A1694B5599}"/>
          </ac:spMkLst>
        </pc:spChg>
        <pc:spChg chg="add mod">
          <ac:chgData name="Fabio Di Gloria" userId="3d58de5a73ee2ba1" providerId="Windows Live" clId="Web-{D4D35556-9E3C-2CD8-414F-9568A13E03EB}" dt="2024-10-20T10:30:30.947" v="346" actId="1076"/>
          <ac:spMkLst>
            <pc:docMk/>
            <pc:sldMk cId="3961815029" sldId="261"/>
            <ac:spMk id="10" creationId="{9578C570-6966-913C-B0E0-6F6A9428CB79}"/>
          </ac:spMkLst>
        </pc:spChg>
        <pc:spChg chg="add mod">
          <ac:chgData name="Fabio Di Gloria" userId="3d58de5a73ee2ba1" providerId="Windows Live" clId="Web-{D4D35556-9E3C-2CD8-414F-9568A13E03EB}" dt="2024-10-20T10:30:41.838" v="348" actId="1076"/>
          <ac:spMkLst>
            <pc:docMk/>
            <pc:sldMk cId="3961815029" sldId="261"/>
            <ac:spMk id="12" creationId="{BD3740C9-8B53-926F-C5E9-C7DBA6E4B823}"/>
          </ac:spMkLst>
        </pc:spChg>
      </pc:sldChg>
      <pc:sldChg chg="del">
        <pc:chgData name="Fabio Di Gloria" userId="3d58de5a73ee2ba1" providerId="Windows Live" clId="Web-{D4D35556-9E3C-2CD8-414F-9568A13E03EB}" dt="2024-10-20T10:05:44.279" v="105"/>
        <pc:sldMkLst>
          <pc:docMk/>
          <pc:sldMk cId="504678098" sldId="262"/>
        </pc:sldMkLst>
      </pc:sldChg>
      <pc:sldChg chg="del">
        <pc:chgData name="Fabio Di Gloria" userId="3d58de5a73ee2ba1" providerId="Windows Live" clId="Web-{D4D35556-9E3C-2CD8-414F-9568A13E03EB}" dt="2024-10-20T10:07:24.392" v="118"/>
        <pc:sldMkLst>
          <pc:docMk/>
          <pc:sldMk cId="3967112584" sldId="263"/>
        </pc:sldMkLst>
      </pc:sldChg>
      <pc:sldChg chg="delSp">
        <pc:chgData name="Fabio Di Gloria" userId="3d58de5a73ee2ba1" providerId="Windows Live" clId="Web-{D4D35556-9E3C-2CD8-414F-9568A13E03EB}" dt="2024-10-20T10:22:19.620" v="254"/>
        <pc:sldMkLst>
          <pc:docMk/>
          <pc:sldMk cId="1231518519" sldId="264"/>
        </pc:sldMkLst>
      </pc:sldChg>
      <pc:sldChg chg="delSp ord">
        <pc:chgData name="Fabio Di Gloria" userId="3d58de5a73ee2ba1" providerId="Windows Live" clId="Web-{D4D35556-9E3C-2CD8-414F-9568A13E03EB}" dt="2024-10-20T10:22:28.980" v="255"/>
        <pc:sldMkLst>
          <pc:docMk/>
          <pc:sldMk cId="1662760787" sldId="265"/>
        </pc:sldMkLst>
      </pc:sldChg>
      <pc:sldChg chg="delSp">
        <pc:chgData name="Fabio Di Gloria" userId="3d58de5a73ee2ba1" providerId="Windows Live" clId="Web-{D4D35556-9E3C-2CD8-414F-9568A13E03EB}" dt="2024-10-20T10:23:10.497" v="258"/>
        <pc:sldMkLst>
          <pc:docMk/>
          <pc:sldMk cId="3775940932" sldId="266"/>
        </pc:sldMkLst>
      </pc:sldChg>
      <pc:sldChg chg="delSp ord">
        <pc:chgData name="Fabio Di Gloria" userId="3d58de5a73ee2ba1" providerId="Windows Live" clId="Web-{D4D35556-9E3C-2CD8-414F-9568A13E03EB}" dt="2024-10-20T10:23:00.372" v="257"/>
        <pc:sldMkLst>
          <pc:docMk/>
          <pc:sldMk cId="458042217" sldId="267"/>
        </pc:sldMkLst>
      </pc:sldChg>
      <pc:sldChg chg="delSp">
        <pc:chgData name="Fabio Di Gloria" userId="3d58de5a73ee2ba1" providerId="Windows Live" clId="Web-{D4D35556-9E3C-2CD8-414F-9568A13E03EB}" dt="2024-10-20T10:22:40.387" v="256"/>
        <pc:sldMkLst>
          <pc:docMk/>
          <pc:sldMk cId="1399743004" sldId="268"/>
        </pc:sldMkLst>
      </pc:sldChg>
      <pc:sldChg chg="delSp">
        <pc:chgData name="Fabio Di Gloria" userId="3d58de5a73ee2ba1" providerId="Windows Live" clId="Web-{D4D35556-9E3C-2CD8-414F-9568A13E03EB}" dt="2024-10-20T10:25:31.235" v="282"/>
        <pc:sldMkLst>
          <pc:docMk/>
          <pc:sldMk cId="844888554" sldId="269"/>
        </pc:sldMkLst>
      </pc:sldChg>
      <pc:sldChg chg="addSp modSp">
        <pc:chgData name="Fabio Di Gloria" userId="3d58de5a73ee2ba1" providerId="Windows Live" clId="Web-{D4D35556-9E3C-2CD8-414F-9568A13E03EB}" dt="2024-10-20T11:13:51.836" v="745" actId="20577"/>
        <pc:sldMkLst>
          <pc:docMk/>
          <pc:sldMk cId="3206697506" sldId="270"/>
        </pc:sldMkLst>
        <pc:spChg chg="mod">
          <ac:chgData name="Fabio Di Gloria" userId="3d58de5a73ee2ba1" providerId="Windows Live" clId="Web-{D4D35556-9E3C-2CD8-414F-9568A13E03EB}" dt="2024-10-20T10:10:58.538" v="151" actId="14100"/>
          <ac:spMkLst>
            <pc:docMk/>
            <pc:sldMk cId="3206697506" sldId="270"/>
            <ac:spMk id="2" creationId="{F6E78B21-AD41-DC4A-E6DB-09B1F1F5C406}"/>
          </ac:spMkLst>
        </pc:spChg>
        <pc:spChg chg="mod">
          <ac:chgData name="Fabio Di Gloria" userId="3d58de5a73ee2ba1" providerId="Windows Live" clId="Web-{D4D35556-9E3C-2CD8-414F-9568A13E03EB}" dt="2024-10-20T10:11:06.476" v="152" actId="1076"/>
          <ac:spMkLst>
            <pc:docMk/>
            <pc:sldMk cId="3206697506" sldId="270"/>
            <ac:spMk id="3" creationId="{6D090808-B84C-21D7-210C-7DB823F95468}"/>
          </ac:spMkLst>
        </pc:spChg>
        <pc:spChg chg="mod">
          <ac:chgData name="Fabio Di Gloria" userId="3d58de5a73ee2ba1" providerId="Windows Live" clId="Web-{D4D35556-9E3C-2CD8-414F-9568A13E03EB}" dt="2024-10-20T11:13:51.836" v="745" actId="20577"/>
          <ac:spMkLst>
            <pc:docMk/>
            <pc:sldMk cId="3206697506" sldId="270"/>
            <ac:spMk id="5" creationId="{0480B99B-BC0E-E486-5E95-F8510FFE046D}"/>
          </ac:spMkLst>
        </pc:spChg>
        <pc:spChg chg="mod">
          <ac:chgData name="Fabio Di Gloria" userId="3d58de5a73ee2ba1" providerId="Windows Live" clId="Web-{D4D35556-9E3C-2CD8-414F-9568A13E03EB}" dt="2024-10-20T11:13:40.632" v="736" actId="20577"/>
          <ac:spMkLst>
            <pc:docMk/>
            <pc:sldMk cId="3206697506" sldId="270"/>
            <ac:spMk id="6" creationId="{0D4A9575-931A-7D81-82A5-5E435C72B285}"/>
          </ac:spMkLst>
        </pc:spChg>
        <pc:spChg chg="add mod">
          <ac:chgData name="Fabio Di Gloria" userId="3d58de5a73ee2ba1" providerId="Windows Live" clId="Web-{D4D35556-9E3C-2CD8-414F-9568A13E03EB}" dt="2024-10-20T10:44:57.581" v="502" actId="1076"/>
          <ac:spMkLst>
            <pc:docMk/>
            <pc:sldMk cId="3206697506" sldId="270"/>
            <ac:spMk id="12" creationId="{BD4FE90F-FA9C-8844-5AF6-01269DA5FCF6}"/>
          </ac:spMkLst>
        </pc:spChg>
        <pc:spChg chg="add mod">
          <ac:chgData name="Fabio Di Gloria" userId="3d58de5a73ee2ba1" providerId="Windows Live" clId="Web-{D4D35556-9E3C-2CD8-414F-9568A13E03EB}" dt="2024-10-20T10:45:08.581" v="504" actId="1076"/>
          <ac:spMkLst>
            <pc:docMk/>
            <pc:sldMk cId="3206697506" sldId="270"/>
            <ac:spMk id="17" creationId="{D679CB7D-C015-94EA-7BEE-548105BB7E21}"/>
          </ac:spMkLst>
        </pc:spChg>
        <pc:spChg chg="add mod">
          <ac:chgData name="Fabio Di Gloria" userId="3d58de5a73ee2ba1" providerId="Windows Live" clId="Web-{D4D35556-9E3C-2CD8-414F-9568A13E03EB}" dt="2024-10-20T10:45:31.629" v="510" actId="20577"/>
          <ac:spMkLst>
            <pc:docMk/>
            <pc:sldMk cId="3206697506" sldId="270"/>
            <ac:spMk id="19" creationId="{CE37987B-F275-AAEE-2C0A-A5371E180D24}"/>
          </ac:spMkLst>
        </pc:spChg>
        <pc:spChg chg="add mod">
          <ac:chgData name="Fabio Di Gloria" userId="3d58de5a73ee2ba1" providerId="Windows Live" clId="Web-{D4D35556-9E3C-2CD8-414F-9568A13E03EB}" dt="2024-10-20T10:45:55.692" v="516" actId="20577"/>
          <ac:spMkLst>
            <pc:docMk/>
            <pc:sldMk cId="3206697506" sldId="270"/>
            <ac:spMk id="21" creationId="{D0F8694C-5230-054B-3059-3A1F2E82B14B}"/>
          </ac:spMkLst>
        </pc:spChg>
      </pc:sldChg>
      <pc:sldChg chg="addSp modSp">
        <pc:chgData name="Fabio Di Gloria" userId="3d58de5a73ee2ba1" providerId="Windows Live" clId="Web-{D4D35556-9E3C-2CD8-414F-9568A13E03EB}" dt="2024-10-20T11:12:55.209" v="723" actId="20577"/>
        <pc:sldMkLst>
          <pc:docMk/>
          <pc:sldMk cId="682089458" sldId="271"/>
        </pc:sldMkLst>
        <pc:spChg chg="mod">
          <ac:chgData name="Fabio Di Gloria" userId="3d58de5a73ee2ba1" providerId="Windows Live" clId="Web-{D4D35556-9E3C-2CD8-414F-9568A13E03EB}" dt="2024-10-20T10:09:58.459" v="141" actId="14100"/>
          <ac:spMkLst>
            <pc:docMk/>
            <pc:sldMk cId="682089458" sldId="271"/>
            <ac:spMk id="2" creationId="{A5F2B032-8968-0160-9BF8-538448B74BA9}"/>
          </ac:spMkLst>
        </pc:spChg>
        <pc:spChg chg="mod">
          <ac:chgData name="Fabio Di Gloria" userId="3d58de5a73ee2ba1" providerId="Windows Live" clId="Web-{D4D35556-9E3C-2CD8-414F-9568A13E03EB}" dt="2024-10-20T10:10:06.037" v="142" actId="1076"/>
          <ac:spMkLst>
            <pc:docMk/>
            <pc:sldMk cId="682089458" sldId="271"/>
            <ac:spMk id="3" creationId="{6D090808-B84C-21D7-210C-7DB823F95468}"/>
          </ac:spMkLst>
        </pc:spChg>
        <pc:spChg chg="mod">
          <ac:chgData name="Fabio Di Gloria" userId="3d58de5a73ee2ba1" providerId="Windows Live" clId="Web-{D4D35556-9E3C-2CD8-414F-9568A13E03EB}" dt="2024-10-20T11:12:39.990" v="719" actId="20577"/>
          <ac:spMkLst>
            <pc:docMk/>
            <pc:sldMk cId="682089458" sldId="271"/>
            <ac:spMk id="5" creationId="{0480B99B-BC0E-E486-5E95-F8510FFE046D}"/>
          </ac:spMkLst>
        </pc:spChg>
        <pc:spChg chg="mod">
          <ac:chgData name="Fabio Di Gloria" userId="3d58de5a73ee2ba1" providerId="Windows Live" clId="Web-{D4D35556-9E3C-2CD8-414F-9568A13E03EB}" dt="2024-10-20T11:12:55.209" v="723" actId="20577"/>
          <ac:spMkLst>
            <pc:docMk/>
            <pc:sldMk cId="682089458" sldId="271"/>
            <ac:spMk id="6" creationId="{0D4A9575-931A-7D81-82A5-5E435C72B285}"/>
          </ac:spMkLst>
        </pc:spChg>
        <pc:spChg chg="add mod">
          <ac:chgData name="Fabio Di Gloria" userId="3d58de5a73ee2ba1" providerId="Windows Live" clId="Web-{D4D35556-9E3C-2CD8-414F-9568A13E03EB}" dt="2024-10-20T10:41:33.169" v="467" actId="1076"/>
          <ac:spMkLst>
            <pc:docMk/>
            <pc:sldMk cId="682089458" sldId="271"/>
            <ac:spMk id="15" creationId="{6C86FC78-98F3-2105-FF67-FB7D5CE4429D}"/>
          </ac:spMkLst>
        </pc:spChg>
        <pc:spChg chg="add mod">
          <ac:chgData name="Fabio Di Gloria" userId="3d58de5a73ee2ba1" providerId="Windows Live" clId="Web-{D4D35556-9E3C-2CD8-414F-9568A13E03EB}" dt="2024-10-20T10:41:53.013" v="475" actId="20577"/>
          <ac:spMkLst>
            <pc:docMk/>
            <pc:sldMk cId="682089458" sldId="271"/>
            <ac:spMk id="17" creationId="{C7C300E3-9985-B428-725E-130C599AFADF}"/>
          </ac:spMkLst>
        </pc:spChg>
        <pc:spChg chg="add mod">
          <ac:chgData name="Fabio Di Gloria" userId="3d58de5a73ee2ba1" providerId="Windows Live" clId="Web-{D4D35556-9E3C-2CD8-414F-9568A13E03EB}" dt="2024-10-20T10:42:04.732" v="477" actId="1076"/>
          <ac:spMkLst>
            <pc:docMk/>
            <pc:sldMk cId="682089458" sldId="271"/>
            <ac:spMk id="19" creationId="{2A7A41F3-1D0C-9570-FC67-89E61C6D5F83}"/>
          </ac:spMkLst>
        </pc:spChg>
        <pc:spChg chg="add mod">
          <ac:chgData name="Fabio Di Gloria" userId="3d58de5a73ee2ba1" providerId="Windows Live" clId="Web-{D4D35556-9E3C-2CD8-414F-9568A13E03EB}" dt="2024-10-20T10:42:28.921" v="484" actId="20577"/>
          <ac:spMkLst>
            <pc:docMk/>
            <pc:sldMk cId="682089458" sldId="271"/>
            <ac:spMk id="21" creationId="{60AD5378-3F68-3B57-73EA-39A73540BE6F}"/>
          </ac:spMkLst>
        </pc:spChg>
      </pc:sldChg>
      <pc:sldChg chg="addSp modSp">
        <pc:chgData name="Fabio Di Gloria" userId="3d58de5a73ee2ba1" providerId="Windows Live" clId="Web-{D4D35556-9E3C-2CD8-414F-9568A13E03EB}" dt="2024-10-20T11:13:29.195" v="732" actId="20577"/>
        <pc:sldMkLst>
          <pc:docMk/>
          <pc:sldMk cId="2035578442" sldId="272"/>
        </pc:sldMkLst>
        <pc:spChg chg="mod">
          <ac:chgData name="Fabio Di Gloria" userId="3d58de5a73ee2ba1" providerId="Windows Live" clId="Web-{D4D35556-9E3C-2CD8-414F-9568A13E03EB}" dt="2024-10-20T10:10:23.834" v="146" actId="14100"/>
          <ac:spMkLst>
            <pc:docMk/>
            <pc:sldMk cId="2035578442" sldId="272"/>
            <ac:spMk id="2" creationId="{7DBAE302-3D9E-8E43-CC23-43B43D4070A3}"/>
          </ac:spMkLst>
        </pc:spChg>
        <pc:spChg chg="mod">
          <ac:chgData name="Fabio Di Gloria" userId="3d58de5a73ee2ba1" providerId="Windows Live" clId="Web-{D4D35556-9E3C-2CD8-414F-9568A13E03EB}" dt="2024-10-20T10:10:31.522" v="147" actId="1076"/>
          <ac:spMkLst>
            <pc:docMk/>
            <pc:sldMk cId="2035578442" sldId="272"/>
            <ac:spMk id="3" creationId="{6D090808-B84C-21D7-210C-7DB823F95468}"/>
          </ac:spMkLst>
        </pc:spChg>
        <pc:spChg chg="mod">
          <ac:chgData name="Fabio Di Gloria" userId="3d58de5a73ee2ba1" providerId="Windows Live" clId="Web-{D4D35556-9E3C-2CD8-414F-9568A13E03EB}" dt="2024-10-20T11:13:29.195" v="732" actId="20577"/>
          <ac:spMkLst>
            <pc:docMk/>
            <pc:sldMk cId="2035578442" sldId="272"/>
            <ac:spMk id="5" creationId="{0480B99B-BC0E-E486-5E95-F8510FFE046D}"/>
          </ac:spMkLst>
        </pc:spChg>
        <pc:spChg chg="mod">
          <ac:chgData name="Fabio Di Gloria" userId="3d58de5a73ee2ba1" providerId="Windows Live" clId="Web-{D4D35556-9E3C-2CD8-414F-9568A13E03EB}" dt="2024-10-20T11:13:07.678" v="727" actId="20577"/>
          <ac:spMkLst>
            <pc:docMk/>
            <pc:sldMk cId="2035578442" sldId="272"/>
            <ac:spMk id="6" creationId="{0D4A9575-931A-7D81-82A5-5E435C72B285}"/>
          </ac:spMkLst>
        </pc:spChg>
        <pc:spChg chg="add">
          <ac:chgData name="Fabio Di Gloria" userId="3d58de5a73ee2ba1" providerId="Windows Live" clId="Web-{D4D35556-9E3C-2CD8-414F-9568A13E03EB}" dt="2024-10-20T10:42:35.280" v="485"/>
          <ac:spMkLst>
            <pc:docMk/>
            <pc:sldMk cId="2035578442" sldId="272"/>
            <ac:spMk id="15" creationId="{A0EC492E-F778-4D92-84B4-1429C912405D}"/>
          </ac:spMkLst>
        </pc:spChg>
        <pc:spChg chg="add mod">
          <ac:chgData name="Fabio Di Gloria" userId="3d58de5a73ee2ba1" providerId="Windows Live" clId="Web-{D4D35556-9E3C-2CD8-414F-9568A13E03EB}" dt="2024-10-20T10:42:47.531" v="487" actId="1076"/>
          <ac:spMkLst>
            <pc:docMk/>
            <pc:sldMk cId="2035578442" sldId="272"/>
            <ac:spMk id="17" creationId="{90C3581B-D62D-FB67-A5AE-B05423B57CF2}"/>
          </ac:spMkLst>
        </pc:spChg>
        <pc:spChg chg="add mod">
          <ac:chgData name="Fabio Di Gloria" userId="3d58de5a73ee2ba1" providerId="Windows Live" clId="Web-{D4D35556-9E3C-2CD8-414F-9568A13E03EB}" dt="2024-10-20T10:43:09.125" v="494" actId="20577"/>
          <ac:spMkLst>
            <pc:docMk/>
            <pc:sldMk cId="2035578442" sldId="272"/>
            <ac:spMk id="19" creationId="{A1F8D568-0B41-3D9B-6B6C-566C95EAA614}"/>
          </ac:spMkLst>
        </pc:spChg>
        <pc:spChg chg="add mod">
          <ac:chgData name="Fabio Di Gloria" userId="3d58de5a73ee2ba1" providerId="Windows Live" clId="Web-{D4D35556-9E3C-2CD8-414F-9568A13E03EB}" dt="2024-10-20T10:44:48.753" v="500" actId="20577"/>
          <ac:spMkLst>
            <pc:docMk/>
            <pc:sldMk cId="2035578442" sldId="272"/>
            <ac:spMk id="21" creationId="{91A4C58D-2D33-68F4-E501-5EA40560A9FB}"/>
          </ac:spMkLst>
        </pc:spChg>
      </pc:sldChg>
      <pc:sldChg chg="del">
        <pc:chgData name="Fabio Di Gloria" userId="3d58de5a73ee2ba1" providerId="Windows Live" clId="Web-{D4D35556-9E3C-2CD8-414F-9568A13E03EB}" dt="2024-10-20T10:16:55.564" v="207"/>
        <pc:sldMkLst>
          <pc:docMk/>
          <pc:sldMk cId="2659900363" sldId="273"/>
        </pc:sldMkLst>
      </pc:sldChg>
      <pc:sldChg chg="del">
        <pc:chgData name="Fabio Di Gloria" userId="3d58de5a73ee2ba1" providerId="Windows Live" clId="Web-{D4D35556-9E3C-2CD8-414F-9568A13E03EB}" dt="2024-10-20T10:19:14.724" v="227"/>
        <pc:sldMkLst>
          <pc:docMk/>
          <pc:sldMk cId="3676587010" sldId="274"/>
        </pc:sldMkLst>
      </pc:sldChg>
      <pc:sldChg chg="delSp">
        <pc:chgData name="Fabio Di Gloria" userId="3d58de5a73ee2ba1" providerId="Windows Live" clId="Web-{D4D35556-9E3C-2CD8-414F-9568A13E03EB}" dt="2024-10-20T10:21:46.448" v="253"/>
        <pc:sldMkLst>
          <pc:docMk/>
          <pc:sldMk cId="2845210813" sldId="276"/>
        </pc:sldMkLst>
      </pc:sldChg>
      <pc:sldChg chg="delSp">
        <pc:chgData name="Fabio Di Gloria" userId="3d58de5a73ee2ba1" providerId="Windows Live" clId="Web-{D4D35556-9E3C-2CD8-414F-9568A13E03EB}" dt="2024-10-20T10:21:41.854" v="252"/>
        <pc:sldMkLst>
          <pc:docMk/>
          <pc:sldMk cId="3412726923" sldId="277"/>
        </pc:sldMkLst>
      </pc:sldChg>
      <pc:sldChg chg="delSp ord">
        <pc:chgData name="Fabio Di Gloria" userId="3d58de5a73ee2ba1" providerId="Windows Live" clId="Web-{D4D35556-9E3C-2CD8-414F-9568A13E03EB}" dt="2024-10-20T10:21:39.307" v="251"/>
        <pc:sldMkLst>
          <pc:docMk/>
          <pc:sldMk cId="2723313977" sldId="278"/>
        </pc:sldMkLst>
      </pc:sldChg>
      <pc:sldChg chg="delSp">
        <pc:chgData name="Fabio Di Gloria" userId="3d58de5a73ee2ba1" providerId="Windows Live" clId="Web-{D4D35556-9E3C-2CD8-414F-9568A13E03EB}" dt="2024-10-20T10:21:33.682" v="250"/>
        <pc:sldMkLst>
          <pc:docMk/>
          <pc:sldMk cId="511166241" sldId="279"/>
        </pc:sldMkLst>
      </pc:sldChg>
      <pc:sldChg chg="delSp">
        <pc:chgData name="Fabio Di Gloria" userId="3d58de5a73ee2ba1" providerId="Windows Live" clId="Web-{D4D35556-9E3C-2CD8-414F-9568A13E03EB}" dt="2024-10-20T10:21:28.010" v="249"/>
        <pc:sldMkLst>
          <pc:docMk/>
          <pc:sldMk cId="1780541772" sldId="280"/>
        </pc:sldMkLst>
      </pc:sldChg>
      <pc:sldChg chg="delSp">
        <pc:chgData name="Fabio Di Gloria" userId="3d58de5a73ee2ba1" providerId="Windows Live" clId="Web-{D4D35556-9E3C-2CD8-414F-9568A13E03EB}" dt="2024-10-20T10:21:23.853" v="248"/>
        <pc:sldMkLst>
          <pc:docMk/>
          <pc:sldMk cId="645091806" sldId="281"/>
        </pc:sldMkLst>
      </pc:sldChg>
      <pc:sldChg chg="addSp modSp">
        <pc:chgData name="Fabio Di Gloria" userId="3d58de5a73ee2ba1" providerId="Windows Live" clId="Web-{D4D35556-9E3C-2CD8-414F-9568A13E03EB}" dt="2024-10-20T11:14:50.650" v="761" actId="20577"/>
        <pc:sldMkLst>
          <pc:docMk/>
          <pc:sldMk cId="4265285905" sldId="282"/>
        </pc:sldMkLst>
        <pc:spChg chg="mod">
          <ac:chgData name="Fabio Di Gloria" userId="3d58de5a73ee2ba1" providerId="Windows Live" clId="Web-{D4D35556-9E3C-2CD8-414F-9568A13E03EB}" dt="2024-10-20T10:11:53.321" v="161" actId="14100"/>
          <ac:spMkLst>
            <pc:docMk/>
            <pc:sldMk cId="4265285905" sldId="282"/>
            <ac:spMk id="2" creationId="{F6E78B21-AD41-DC4A-E6DB-09B1F1F5C406}"/>
          </ac:spMkLst>
        </pc:spChg>
        <pc:spChg chg="mod">
          <ac:chgData name="Fabio Di Gloria" userId="3d58de5a73ee2ba1" providerId="Windows Live" clId="Web-{D4D35556-9E3C-2CD8-414F-9568A13E03EB}" dt="2024-10-20T10:11:57.571" v="162" actId="1076"/>
          <ac:spMkLst>
            <pc:docMk/>
            <pc:sldMk cId="4265285905" sldId="282"/>
            <ac:spMk id="3" creationId="{6D090808-B84C-21D7-210C-7DB823F95468}"/>
          </ac:spMkLst>
        </pc:spChg>
        <pc:spChg chg="mod">
          <ac:chgData name="Fabio Di Gloria" userId="3d58de5a73ee2ba1" providerId="Windows Live" clId="Web-{D4D35556-9E3C-2CD8-414F-9568A13E03EB}" dt="2024-10-20T11:14:50.650" v="761" actId="20577"/>
          <ac:spMkLst>
            <pc:docMk/>
            <pc:sldMk cId="4265285905" sldId="282"/>
            <ac:spMk id="5" creationId="{0480B99B-BC0E-E486-5E95-F8510FFE046D}"/>
          </ac:spMkLst>
        </pc:spChg>
        <pc:spChg chg="mod">
          <ac:chgData name="Fabio Di Gloria" userId="3d58de5a73ee2ba1" providerId="Windows Live" clId="Web-{D4D35556-9E3C-2CD8-414F-9568A13E03EB}" dt="2024-10-20T11:14:40.603" v="759" actId="20577"/>
          <ac:spMkLst>
            <pc:docMk/>
            <pc:sldMk cId="4265285905" sldId="282"/>
            <ac:spMk id="6" creationId="{0D4A9575-931A-7D81-82A5-5E435C72B285}"/>
          </ac:spMkLst>
        </pc:spChg>
        <pc:spChg chg="add mod">
          <ac:chgData name="Fabio Di Gloria" userId="3d58de5a73ee2ba1" providerId="Windows Live" clId="Web-{D4D35556-9E3C-2CD8-414F-9568A13E03EB}" dt="2024-10-20T10:49:02.432" v="535" actId="1076"/>
          <ac:spMkLst>
            <pc:docMk/>
            <pc:sldMk cId="4265285905" sldId="282"/>
            <ac:spMk id="10" creationId="{688B0884-978F-84E6-61C8-69A9718C7BEB}"/>
          </ac:spMkLst>
        </pc:spChg>
        <pc:spChg chg="add mod">
          <ac:chgData name="Fabio Di Gloria" userId="3d58de5a73ee2ba1" providerId="Windows Live" clId="Web-{D4D35556-9E3C-2CD8-414F-9568A13E03EB}" dt="2024-10-20T10:49:27.542" v="544" actId="20577"/>
          <ac:spMkLst>
            <pc:docMk/>
            <pc:sldMk cId="4265285905" sldId="282"/>
            <ac:spMk id="17" creationId="{8E790CEF-B8AA-2C10-CC64-DA45A6395138}"/>
          </ac:spMkLst>
        </pc:spChg>
        <pc:spChg chg="add mod">
          <ac:chgData name="Fabio Di Gloria" userId="3d58de5a73ee2ba1" providerId="Windows Live" clId="Web-{D4D35556-9E3C-2CD8-414F-9568A13E03EB}" dt="2024-10-20T10:49:44.094" v="546" actId="1076"/>
          <ac:spMkLst>
            <pc:docMk/>
            <pc:sldMk cId="4265285905" sldId="282"/>
            <ac:spMk id="19" creationId="{362F7B52-BFEC-A955-181F-13498A300490}"/>
          </ac:spMkLst>
        </pc:spChg>
        <pc:spChg chg="add mod">
          <ac:chgData name="Fabio Di Gloria" userId="3d58de5a73ee2ba1" providerId="Windows Live" clId="Web-{D4D35556-9E3C-2CD8-414F-9568A13E03EB}" dt="2024-10-20T10:50:32.184" v="556" actId="20577"/>
          <ac:spMkLst>
            <pc:docMk/>
            <pc:sldMk cId="4265285905" sldId="282"/>
            <ac:spMk id="21" creationId="{9CE9606B-7CA8-5018-7FE5-C5BCEB1193AC}"/>
          </ac:spMkLst>
        </pc:spChg>
      </pc:sldChg>
      <pc:sldChg chg="addSp modSp">
        <pc:chgData name="Fabio Di Gloria" userId="3d58de5a73ee2ba1" providerId="Windows Live" clId="Web-{D4D35556-9E3C-2CD8-414F-9568A13E03EB}" dt="2024-10-20T11:14:27.040" v="755" actId="20577"/>
        <pc:sldMkLst>
          <pc:docMk/>
          <pc:sldMk cId="2525003239" sldId="283"/>
        </pc:sldMkLst>
        <pc:spChg chg="mod">
          <ac:chgData name="Fabio Di Gloria" userId="3d58de5a73ee2ba1" providerId="Windows Live" clId="Web-{D4D35556-9E3C-2CD8-414F-9568A13E03EB}" dt="2024-10-20T10:11:30.086" v="156" actId="14100"/>
          <ac:spMkLst>
            <pc:docMk/>
            <pc:sldMk cId="2525003239" sldId="283"/>
            <ac:spMk id="2" creationId="{F6E78B21-AD41-DC4A-E6DB-09B1F1F5C406}"/>
          </ac:spMkLst>
        </pc:spChg>
        <pc:spChg chg="mod">
          <ac:chgData name="Fabio Di Gloria" userId="3d58de5a73ee2ba1" providerId="Windows Live" clId="Web-{D4D35556-9E3C-2CD8-414F-9568A13E03EB}" dt="2024-10-20T10:11:37.383" v="157" actId="1076"/>
          <ac:spMkLst>
            <pc:docMk/>
            <pc:sldMk cId="2525003239" sldId="283"/>
            <ac:spMk id="3" creationId="{6D090808-B84C-21D7-210C-7DB823F95468}"/>
          </ac:spMkLst>
        </pc:spChg>
        <pc:spChg chg="mod">
          <ac:chgData name="Fabio Di Gloria" userId="3d58de5a73ee2ba1" providerId="Windows Live" clId="Web-{D4D35556-9E3C-2CD8-414F-9568A13E03EB}" dt="2024-10-20T11:14:27.040" v="755" actId="20577"/>
          <ac:spMkLst>
            <pc:docMk/>
            <pc:sldMk cId="2525003239" sldId="283"/>
            <ac:spMk id="5" creationId="{0480B99B-BC0E-E486-5E95-F8510FFE046D}"/>
          </ac:spMkLst>
        </pc:spChg>
        <pc:spChg chg="mod">
          <ac:chgData name="Fabio Di Gloria" userId="3d58de5a73ee2ba1" providerId="Windows Live" clId="Web-{D4D35556-9E3C-2CD8-414F-9568A13E03EB}" dt="2024-10-20T11:14:09.055" v="749" actId="20577"/>
          <ac:spMkLst>
            <pc:docMk/>
            <pc:sldMk cId="2525003239" sldId="283"/>
            <ac:spMk id="6" creationId="{0D4A9575-931A-7D81-82A5-5E435C72B285}"/>
          </ac:spMkLst>
        </pc:spChg>
        <pc:spChg chg="add mod">
          <ac:chgData name="Fabio Di Gloria" userId="3d58de5a73ee2ba1" providerId="Windows Live" clId="Web-{D4D35556-9E3C-2CD8-414F-9568A13E03EB}" dt="2024-10-20T10:47:43.570" v="518" actId="1076"/>
          <ac:spMkLst>
            <pc:docMk/>
            <pc:sldMk cId="2525003239" sldId="283"/>
            <ac:spMk id="12" creationId="{1387A41E-78D0-A97A-867C-38893BC34E86}"/>
          </ac:spMkLst>
        </pc:spChg>
        <pc:spChg chg="add mod">
          <ac:chgData name="Fabio Di Gloria" userId="3d58de5a73ee2ba1" providerId="Windows Live" clId="Web-{D4D35556-9E3C-2CD8-414F-9568A13E03EB}" dt="2024-10-20T10:47:54.071" v="521" actId="1076"/>
          <ac:spMkLst>
            <pc:docMk/>
            <pc:sldMk cId="2525003239" sldId="283"/>
            <ac:spMk id="17" creationId="{22ADFC1E-2988-28C3-C366-657A05810B39}"/>
          </ac:spMkLst>
        </pc:spChg>
        <pc:spChg chg="add mod">
          <ac:chgData name="Fabio Di Gloria" userId="3d58de5a73ee2ba1" providerId="Windows Live" clId="Web-{D4D35556-9E3C-2CD8-414F-9568A13E03EB}" dt="2024-10-20T10:48:19.524" v="527" actId="20577"/>
          <ac:spMkLst>
            <pc:docMk/>
            <pc:sldMk cId="2525003239" sldId="283"/>
            <ac:spMk id="19" creationId="{DF9C3904-11F1-C1E0-0C44-DC6B213EF9F3}"/>
          </ac:spMkLst>
        </pc:spChg>
        <pc:spChg chg="add mod">
          <ac:chgData name="Fabio Di Gloria" userId="3d58de5a73ee2ba1" providerId="Windows Live" clId="Web-{D4D35556-9E3C-2CD8-414F-9568A13E03EB}" dt="2024-10-20T10:48:52.494" v="533" actId="20577"/>
          <ac:spMkLst>
            <pc:docMk/>
            <pc:sldMk cId="2525003239" sldId="283"/>
            <ac:spMk id="21" creationId="{DA2CB808-1868-C1E2-46FF-AD40D75637B7}"/>
          </ac:spMkLst>
        </pc:spChg>
      </pc:sldChg>
      <pc:sldChg chg="addSp delSp modSp add ord replId">
        <pc:chgData name="Fabio Di Gloria" userId="3d58de5a73ee2ba1" providerId="Windows Live" clId="Web-{D4D35556-9E3C-2CD8-414F-9568A13E03EB}" dt="2024-10-20T11:08:38.921" v="694" actId="1076"/>
        <pc:sldMkLst>
          <pc:docMk/>
          <pc:sldMk cId="3888419759" sldId="286"/>
        </pc:sldMkLst>
        <pc:spChg chg="mod">
          <ac:chgData name="Fabio Di Gloria" userId="3d58de5a73ee2ba1" providerId="Windows Live" clId="Web-{D4D35556-9E3C-2CD8-414F-9568A13E03EB}" dt="2024-10-20T11:08:26.623" v="692" actId="20577"/>
          <ac:spMkLst>
            <pc:docMk/>
            <pc:sldMk cId="3888419759" sldId="286"/>
            <ac:spMk id="7" creationId="{E18B8556-43AD-E3F2-868C-82947F9B2B93}"/>
          </ac:spMkLst>
        </pc:spChg>
        <pc:spChg chg="mod">
          <ac:chgData name="Fabio Di Gloria" userId="3d58de5a73ee2ba1" providerId="Windows Live" clId="Web-{D4D35556-9E3C-2CD8-414F-9568A13E03EB}" dt="2024-10-20T11:08:38.921" v="694" actId="1076"/>
          <ac:spMkLst>
            <pc:docMk/>
            <pc:sldMk cId="3888419759" sldId="286"/>
            <ac:spMk id="8" creationId="{6584AC42-41EF-0342-B7DD-6E79D0192EC6}"/>
          </ac:spMkLst>
        </pc:spChg>
        <pc:spChg chg="add mod">
          <ac:chgData name="Fabio Di Gloria" userId="3d58de5a73ee2ba1" providerId="Windows Live" clId="Web-{D4D35556-9E3C-2CD8-414F-9568A13E03EB}" dt="2024-10-20T11:08:34.811" v="693" actId="1076"/>
          <ac:spMkLst>
            <pc:docMk/>
            <pc:sldMk cId="3888419759" sldId="286"/>
            <ac:spMk id="11" creationId="{C0B990CB-4FF3-2BA8-3B5A-46D2219913F0}"/>
          </ac:spMkLst>
        </pc:spChg>
        <pc:picChg chg="add mod">
          <ac:chgData name="Fabio Di Gloria" userId="3d58de5a73ee2ba1" providerId="Windows Live" clId="Web-{D4D35556-9E3C-2CD8-414F-9568A13E03EB}" dt="2024-10-20T10:33:23.202" v="377" actId="1076"/>
          <ac:picMkLst>
            <pc:docMk/>
            <pc:sldMk cId="3888419759" sldId="286"/>
            <ac:picMk id="2" creationId="{7D935D15-99AA-9172-CA7D-09A43DFCFA86}"/>
          </ac:picMkLst>
        </pc:picChg>
      </pc:sldChg>
      <pc:sldChg chg="addSp delSp modSp add replId">
        <pc:chgData name="Fabio Di Gloria" userId="3d58de5a73ee2ba1" providerId="Windows Live" clId="Web-{D4D35556-9E3C-2CD8-414F-9568A13E03EB}" dt="2024-10-20T11:09:26.781" v="699" actId="20577"/>
        <pc:sldMkLst>
          <pc:docMk/>
          <pc:sldMk cId="224753188" sldId="287"/>
        </pc:sldMkLst>
        <pc:spChg chg="mod">
          <ac:chgData name="Fabio Di Gloria" userId="3d58de5a73ee2ba1" providerId="Windows Live" clId="Web-{D4D35556-9E3C-2CD8-414F-9568A13E03EB}" dt="2024-10-20T11:09:26.781" v="699" actId="20577"/>
          <ac:spMkLst>
            <pc:docMk/>
            <pc:sldMk cId="224753188" sldId="287"/>
            <ac:spMk id="7" creationId="{E18B8556-43AD-E3F2-868C-82947F9B2B93}"/>
          </ac:spMkLst>
        </pc:spChg>
        <pc:spChg chg="mod">
          <ac:chgData name="Fabio Di Gloria" userId="3d58de5a73ee2ba1" providerId="Windows Live" clId="Web-{D4D35556-9E3C-2CD8-414F-9568A13E03EB}" dt="2024-10-20T11:09:12.859" v="697" actId="20577"/>
          <ac:spMkLst>
            <pc:docMk/>
            <pc:sldMk cId="224753188" sldId="287"/>
            <ac:spMk id="8" creationId="{6584AC42-41EF-0342-B7DD-6E79D0192EC6}"/>
          </ac:spMkLst>
        </pc:spChg>
        <pc:spChg chg="add mod">
          <ac:chgData name="Fabio Di Gloria" userId="3d58de5a73ee2ba1" providerId="Windows Live" clId="Web-{D4D35556-9E3C-2CD8-414F-9568A13E03EB}" dt="2024-10-20T11:09:19.453" v="698" actId="20577"/>
          <ac:spMkLst>
            <pc:docMk/>
            <pc:sldMk cId="224753188" sldId="287"/>
            <ac:spMk id="10" creationId="{D019D8C9-9E12-54A7-B551-CEFDB06BA47F}"/>
          </ac:spMkLst>
        </pc:spChg>
        <pc:picChg chg="add mod">
          <ac:chgData name="Fabio Di Gloria" userId="3d58de5a73ee2ba1" providerId="Windows Live" clId="Web-{D4D35556-9E3C-2CD8-414F-9568A13E03EB}" dt="2024-10-20T10:34:10.078" v="391" actId="1076"/>
          <ac:picMkLst>
            <pc:docMk/>
            <pc:sldMk cId="224753188" sldId="287"/>
            <ac:picMk id="5" creationId="{B077E1E2-4925-F447-8C73-CDD93DEF0F9B}"/>
          </ac:picMkLst>
        </pc:picChg>
      </pc:sldChg>
      <pc:sldChg chg="addSp delSp modSp add ord replId">
        <pc:chgData name="Fabio Di Gloria" userId="3d58de5a73ee2ba1" providerId="Windows Live" clId="Web-{D4D35556-9E3C-2CD8-414F-9568A13E03EB}" dt="2024-10-20T11:10:09.329" v="703" actId="1076"/>
        <pc:sldMkLst>
          <pc:docMk/>
          <pc:sldMk cId="918064346" sldId="288"/>
        </pc:sldMkLst>
        <pc:spChg chg="mod">
          <ac:chgData name="Fabio Di Gloria" userId="3d58de5a73ee2ba1" providerId="Windows Live" clId="Web-{D4D35556-9E3C-2CD8-414F-9568A13E03EB}" dt="2024-10-20T11:09:53.938" v="702" actId="20577"/>
          <ac:spMkLst>
            <pc:docMk/>
            <pc:sldMk cId="918064346" sldId="288"/>
            <ac:spMk id="7" creationId="{E18B8556-43AD-E3F2-868C-82947F9B2B93}"/>
          </ac:spMkLst>
        </pc:spChg>
        <pc:spChg chg="mod">
          <ac:chgData name="Fabio Di Gloria" userId="3d58de5a73ee2ba1" providerId="Windows Live" clId="Web-{D4D35556-9E3C-2CD8-414F-9568A13E03EB}" dt="2024-10-20T11:10:09.329" v="703" actId="1076"/>
          <ac:spMkLst>
            <pc:docMk/>
            <pc:sldMk cId="918064346" sldId="288"/>
            <ac:spMk id="8" creationId="{6584AC42-41EF-0342-B7DD-6E79D0192EC6}"/>
          </ac:spMkLst>
        </pc:spChg>
        <pc:spChg chg="add mod">
          <ac:chgData name="Fabio Di Gloria" userId="3d58de5a73ee2ba1" providerId="Windows Live" clId="Web-{D4D35556-9E3C-2CD8-414F-9568A13E03EB}" dt="2024-10-20T11:09:44.501" v="701" actId="20577"/>
          <ac:spMkLst>
            <pc:docMk/>
            <pc:sldMk cId="918064346" sldId="288"/>
            <ac:spMk id="10" creationId="{86485D41-0066-2026-BDB5-D65BE1145A6A}"/>
          </ac:spMkLst>
        </pc:spChg>
        <pc:picChg chg="add mod">
          <ac:chgData name="Fabio Di Gloria" userId="3d58de5a73ee2ba1" providerId="Windows Live" clId="Web-{D4D35556-9E3C-2CD8-414F-9568A13E03EB}" dt="2024-10-20T10:35:12.752" v="398" actId="1076"/>
          <ac:picMkLst>
            <pc:docMk/>
            <pc:sldMk cId="918064346" sldId="288"/>
            <ac:picMk id="2" creationId="{4E706EAA-3D8C-B680-6B11-E7FF65A2B75F}"/>
          </ac:picMkLst>
        </pc:picChg>
      </pc:sldChg>
      <pc:sldChg chg="addSp delSp modSp add ord replId">
        <pc:chgData name="Fabio Di Gloria" userId="3d58de5a73ee2ba1" providerId="Windows Live" clId="Web-{D4D35556-9E3C-2CD8-414F-9568A13E03EB}" dt="2024-10-20T11:10:45.768" v="706" actId="20577"/>
        <pc:sldMkLst>
          <pc:docMk/>
          <pc:sldMk cId="4281342499" sldId="289"/>
        </pc:sldMkLst>
        <pc:spChg chg="mod">
          <ac:chgData name="Fabio Di Gloria" userId="3d58de5a73ee2ba1" providerId="Windows Live" clId="Web-{D4D35556-9E3C-2CD8-414F-9568A13E03EB}" dt="2024-10-20T11:10:45.768" v="706" actId="20577"/>
          <ac:spMkLst>
            <pc:docMk/>
            <pc:sldMk cId="4281342499" sldId="289"/>
            <ac:spMk id="7" creationId="{E18B8556-43AD-E3F2-868C-82947F9B2B93}"/>
          </ac:spMkLst>
        </pc:spChg>
        <pc:spChg chg="mod">
          <ac:chgData name="Fabio Di Gloria" userId="3d58de5a73ee2ba1" providerId="Windows Live" clId="Web-{D4D35556-9E3C-2CD8-414F-9568A13E03EB}" dt="2024-10-20T11:10:25.205" v="704" actId="20577"/>
          <ac:spMkLst>
            <pc:docMk/>
            <pc:sldMk cId="4281342499" sldId="289"/>
            <ac:spMk id="8" creationId="{6584AC42-41EF-0342-B7DD-6E79D0192EC6}"/>
          </ac:spMkLst>
        </pc:spChg>
        <pc:spChg chg="add mod">
          <ac:chgData name="Fabio Di Gloria" userId="3d58de5a73ee2ba1" providerId="Windows Live" clId="Web-{D4D35556-9E3C-2CD8-414F-9568A13E03EB}" dt="2024-10-20T11:10:29.643" v="705" actId="20577"/>
          <ac:spMkLst>
            <pc:docMk/>
            <pc:sldMk cId="4281342499" sldId="289"/>
            <ac:spMk id="10" creationId="{2129FB6C-208B-411C-BF4C-78A2975D5DB7}"/>
          </ac:spMkLst>
        </pc:spChg>
        <pc:picChg chg="add mod">
          <ac:chgData name="Fabio Di Gloria" userId="3d58de5a73ee2ba1" providerId="Windows Live" clId="Web-{D4D35556-9E3C-2CD8-414F-9568A13E03EB}" dt="2024-10-20T10:36:17.441" v="404" actId="1076"/>
          <ac:picMkLst>
            <pc:docMk/>
            <pc:sldMk cId="4281342499" sldId="289"/>
            <ac:picMk id="5" creationId="{701729F3-44F5-6AA8-D308-F04F3BF78CC0}"/>
          </ac:picMkLst>
        </pc:picChg>
      </pc:sldChg>
      <pc:sldChg chg="addSp delSp modSp add ord replId">
        <pc:chgData name="Fabio Di Gloria" userId="3d58de5a73ee2ba1" providerId="Windows Live" clId="Web-{D4D35556-9E3C-2CD8-414F-9568A13E03EB}" dt="2024-10-20T11:11:12.409" v="709" actId="20577"/>
        <pc:sldMkLst>
          <pc:docMk/>
          <pc:sldMk cId="1890719644" sldId="290"/>
        </pc:sldMkLst>
        <pc:spChg chg="mod">
          <ac:chgData name="Fabio Di Gloria" userId="3d58de5a73ee2ba1" providerId="Windows Live" clId="Web-{D4D35556-9E3C-2CD8-414F-9568A13E03EB}" dt="2024-10-20T11:11:12.409" v="709" actId="20577"/>
          <ac:spMkLst>
            <pc:docMk/>
            <pc:sldMk cId="1890719644" sldId="290"/>
            <ac:spMk id="7" creationId="{E18B8556-43AD-E3F2-868C-82947F9B2B93}"/>
          </ac:spMkLst>
        </pc:spChg>
        <pc:spChg chg="mod">
          <ac:chgData name="Fabio Di Gloria" userId="3d58de5a73ee2ba1" providerId="Windows Live" clId="Web-{D4D35556-9E3C-2CD8-414F-9568A13E03EB}" dt="2024-10-20T11:10:59.347" v="707" actId="20577"/>
          <ac:spMkLst>
            <pc:docMk/>
            <pc:sldMk cId="1890719644" sldId="290"/>
            <ac:spMk id="8" creationId="{6584AC42-41EF-0342-B7DD-6E79D0192EC6}"/>
          </ac:spMkLst>
        </pc:spChg>
        <pc:spChg chg="add mod">
          <ac:chgData name="Fabio Di Gloria" userId="3d58de5a73ee2ba1" providerId="Windows Live" clId="Web-{D4D35556-9E3C-2CD8-414F-9568A13E03EB}" dt="2024-10-20T11:11:05.456" v="708" actId="20577"/>
          <ac:spMkLst>
            <pc:docMk/>
            <pc:sldMk cId="1890719644" sldId="290"/>
            <ac:spMk id="10" creationId="{3D5FC0A5-A8D0-E2AC-2ABE-2ED5FCD988FB}"/>
          </ac:spMkLst>
        </pc:spChg>
        <pc:picChg chg="add mod">
          <ac:chgData name="Fabio Di Gloria" userId="3d58de5a73ee2ba1" providerId="Windows Live" clId="Web-{D4D35556-9E3C-2CD8-414F-9568A13E03EB}" dt="2024-10-20T10:37:19.802" v="412" actId="1076"/>
          <ac:picMkLst>
            <pc:docMk/>
            <pc:sldMk cId="1890719644" sldId="290"/>
            <ac:picMk id="2" creationId="{3A32A1DF-EE78-8E95-7EC3-E40E6201F624}"/>
          </ac:picMkLst>
        </pc:picChg>
      </pc:sldChg>
      <pc:sldChg chg="addSp delSp modSp add ord replId">
        <pc:chgData name="Fabio Di Gloria" userId="3d58de5a73ee2ba1" providerId="Windows Live" clId="Web-{D4D35556-9E3C-2CD8-414F-9568A13E03EB}" dt="2024-10-20T11:16:13.012" v="778" actId="1076"/>
        <pc:sldMkLst>
          <pc:docMk/>
          <pc:sldMk cId="1999086164" sldId="291"/>
        </pc:sldMkLst>
        <pc:spChg chg="mod">
          <ac:chgData name="Fabio Di Gloria" userId="3d58de5a73ee2ba1" providerId="Windows Live" clId="Web-{D4D35556-9E3C-2CD8-414F-9568A13E03EB}" dt="2024-10-20T11:16:06.824" v="777" actId="1076"/>
          <ac:spMkLst>
            <pc:docMk/>
            <pc:sldMk cId="1999086164" sldId="291"/>
            <ac:spMk id="4" creationId="{24108139-8308-73BF-579C-76BB05F0C476}"/>
          </ac:spMkLst>
        </pc:spChg>
        <pc:spChg chg="mod">
          <ac:chgData name="Fabio Di Gloria" userId="3d58de5a73ee2ba1" providerId="Windows Live" clId="Web-{D4D35556-9E3C-2CD8-414F-9568A13E03EB}" dt="2024-10-20T11:16:13.012" v="778" actId="1076"/>
          <ac:spMkLst>
            <pc:docMk/>
            <pc:sldMk cId="1999086164" sldId="291"/>
            <ac:spMk id="6" creationId="{120312AA-483F-33A3-0A60-3D3853B2130F}"/>
          </ac:spMkLst>
        </pc:spChg>
        <pc:spChg chg="add mod">
          <ac:chgData name="Fabio Di Gloria" userId="3d58de5a73ee2ba1" providerId="Windows Live" clId="Web-{D4D35556-9E3C-2CD8-414F-9568A13E03EB}" dt="2024-10-20T11:16:01.355" v="776" actId="20577"/>
          <ac:spMkLst>
            <pc:docMk/>
            <pc:sldMk cId="1999086164" sldId="291"/>
            <ac:spMk id="8" creationId="{9827D897-ECC3-2E5F-69C4-9558F89D46E1}"/>
          </ac:spMkLst>
        </pc:spChg>
        <pc:picChg chg="add mod">
          <ac:chgData name="Fabio Di Gloria" userId="3d58de5a73ee2ba1" providerId="Windows Live" clId="Web-{D4D35556-9E3C-2CD8-414F-9568A13E03EB}" dt="2024-10-20T10:52:56.863" v="588" actId="1076"/>
          <ac:picMkLst>
            <pc:docMk/>
            <pc:sldMk cId="1999086164" sldId="291"/>
            <ac:picMk id="5" creationId="{17E1D9E0-2BE2-ECF8-9C6C-2B0BBEACF25B}"/>
          </ac:picMkLst>
        </pc:picChg>
      </pc:sldChg>
      <pc:sldChg chg="addSp delSp modSp add ord replId">
        <pc:chgData name="Fabio Di Gloria" userId="3d58de5a73ee2ba1" providerId="Windows Live" clId="Web-{D4D35556-9E3C-2CD8-414F-9568A13E03EB}" dt="2024-10-20T11:02:08.363" v="625" actId="20577"/>
        <pc:sldMkLst>
          <pc:docMk/>
          <pc:sldMk cId="1980978440" sldId="292"/>
        </pc:sldMkLst>
        <pc:spChg chg="mod">
          <ac:chgData name="Fabio Di Gloria" userId="3d58de5a73ee2ba1" providerId="Windows Live" clId="Web-{D4D35556-9E3C-2CD8-414F-9568A13E03EB}" dt="2024-10-20T11:01:36.455" v="613" actId="20577"/>
          <ac:spMkLst>
            <pc:docMk/>
            <pc:sldMk cId="1980978440" sldId="292"/>
            <ac:spMk id="4" creationId="{24108139-8308-73BF-579C-76BB05F0C476}"/>
          </ac:spMkLst>
        </pc:spChg>
        <pc:spChg chg="mod">
          <ac:chgData name="Fabio Di Gloria" userId="3d58de5a73ee2ba1" providerId="Windows Live" clId="Web-{D4D35556-9E3C-2CD8-414F-9568A13E03EB}" dt="2024-10-20T11:01:48.471" v="619" actId="20577"/>
          <ac:spMkLst>
            <pc:docMk/>
            <pc:sldMk cId="1980978440" sldId="292"/>
            <ac:spMk id="6" creationId="{120312AA-483F-33A3-0A60-3D3853B2130F}"/>
          </ac:spMkLst>
        </pc:spChg>
        <pc:spChg chg="add mod">
          <ac:chgData name="Fabio Di Gloria" userId="3d58de5a73ee2ba1" providerId="Windows Live" clId="Web-{D4D35556-9E3C-2CD8-414F-9568A13E03EB}" dt="2024-10-20T11:02:08.363" v="625" actId="20577"/>
          <ac:spMkLst>
            <pc:docMk/>
            <pc:sldMk cId="1980978440" sldId="292"/>
            <ac:spMk id="7" creationId="{ECE1BBFC-B289-738F-7A84-11AC48786C5B}"/>
          </ac:spMkLst>
        </pc:spChg>
        <pc:picChg chg="add mod">
          <ac:chgData name="Fabio Di Gloria" userId="3d58de5a73ee2ba1" providerId="Windows Live" clId="Web-{D4D35556-9E3C-2CD8-414F-9568A13E03EB}" dt="2024-10-20T10:17:42.784" v="214" actId="1076"/>
          <ac:picMkLst>
            <pc:docMk/>
            <pc:sldMk cId="1980978440" sldId="292"/>
            <ac:picMk id="2" creationId="{69AE8CE3-B73E-EAFD-D278-EB24701303B1}"/>
          </ac:picMkLst>
        </pc:picChg>
      </pc:sldChg>
      <pc:sldChg chg="addSp delSp modSp add replId">
        <pc:chgData name="Fabio Di Gloria" userId="3d58de5a73ee2ba1" providerId="Windows Live" clId="Web-{D4D35556-9E3C-2CD8-414F-9568A13E03EB}" dt="2024-10-20T11:03:19.224" v="639" actId="20577"/>
        <pc:sldMkLst>
          <pc:docMk/>
          <pc:sldMk cId="945577596" sldId="293"/>
        </pc:sldMkLst>
        <pc:spChg chg="mod">
          <ac:chgData name="Fabio Di Gloria" userId="3d58de5a73ee2ba1" providerId="Windows Live" clId="Web-{D4D35556-9E3C-2CD8-414F-9568A13E03EB}" dt="2024-10-20T11:02:29.910" v="629" actId="20577"/>
          <ac:spMkLst>
            <pc:docMk/>
            <pc:sldMk cId="945577596" sldId="293"/>
            <ac:spMk id="4" creationId="{24108139-8308-73BF-579C-76BB05F0C476}"/>
          </ac:spMkLst>
        </pc:spChg>
        <pc:spChg chg="mod">
          <ac:chgData name="Fabio Di Gloria" userId="3d58de5a73ee2ba1" providerId="Windows Live" clId="Web-{D4D35556-9E3C-2CD8-414F-9568A13E03EB}" dt="2024-10-20T11:02:54.583" v="634" actId="20577"/>
          <ac:spMkLst>
            <pc:docMk/>
            <pc:sldMk cId="945577596" sldId="293"/>
            <ac:spMk id="6" creationId="{120312AA-483F-33A3-0A60-3D3853B2130F}"/>
          </ac:spMkLst>
        </pc:spChg>
        <pc:spChg chg="add mod">
          <ac:chgData name="Fabio Di Gloria" userId="3d58de5a73ee2ba1" providerId="Windows Live" clId="Web-{D4D35556-9E3C-2CD8-414F-9568A13E03EB}" dt="2024-10-20T11:03:19.224" v="639" actId="20577"/>
          <ac:spMkLst>
            <pc:docMk/>
            <pc:sldMk cId="945577596" sldId="293"/>
            <ac:spMk id="7" creationId="{388460BB-937A-32FD-5DF2-8342790A7E8A}"/>
          </ac:spMkLst>
        </pc:spChg>
        <pc:picChg chg="add mod">
          <ac:chgData name="Fabio Di Gloria" userId="3d58de5a73ee2ba1" providerId="Windows Live" clId="Web-{D4D35556-9E3C-2CD8-414F-9568A13E03EB}" dt="2024-10-20T10:19:00.162" v="226" actId="1076"/>
          <ac:picMkLst>
            <pc:docMk/>
            <pc:sldMk cId="945577596" sldId="293"/>
            <ac:picMk id="5" creationId="{07BAAD0F-373E-688F-0C6F-9EB18076836D}"/>
          </ac:picMkLst>
        </pc:picChg>
      </pc:sldChg>
      <pc:sldChg chg="addSp delSp modSp add ord replId">
        <pc:chgData name="Fabio Di Gloria" userId="3d58de5a73ee2ba1" providerId="Windows Live" clId="Web-{D4D35556-9E3C-2CD8-414F-9568A13E03EB}" dt="2024-10-20T11:04:41.789" v="656" actId="20577"/>
        <pc:sldMkLst>
          <pc:docMk/>
          <pc:sldMk cId="807011355" sldId="294"/>
        </pc:sldMkLst>
        <pc:spChg chg="mod">
          <ac:chgData name="Fabio Di Gloria" userId="3d58de5a73ee2ba1" providerId="Windows Live" clId="Web-{D4D35556-9E3C-2CD8-414F-9568A13E03EB}" dt="2024-10-20T11:03:52.147" v="645" actId="20577"/>
          <ac:spMkLst>
            <pc:docMk/>
            <pc:sldMk cId="807011355" sldId="294"/>
            <ac:spMk id="4" creationId="{24108139-8308-73BF-579C-76BB05F0C476}"/>
          </ac:spMkLst>
        </pc:spChg>
        <pc:spChg chg="mod">
          <ac:chgData name="Fabio Di Gloria" userId="3d58de5a73ee2ba1" providerId="Windows Live" clId="Web-{D4D35556-9E3C-2CD8-414F-9568A13E03EB}" dt="2024-10-20T11:04:13.085" v="650" actId="20577"/>
          <ac:spMkLst>
            <pc:docMk/>
            <pc:sldMk cId="807011355" sldId="294"/>
            <ac:spMk id="6" creationId="{120312AA-483F-33A3-0A60-3D3853B2130F}"/>
          </ac:spMkLst>
        </pc:spChg>
        <pc:spChg chg="add mod">
          <ac:chgData name="Fabio Di Gloria" userId="3d58de5a73ee2ba1" providerId="Windows Live" clId="Web-{D4D35556-9E3C-2CD8-414F-9568A13E03EB}" dt="2024-10-20T11:04:41.789" v="656" actId="20577"/>
          <ac:spMkLst>
            <pc:docMk/>
            <pc:sldMk cId="807011355" sldId="294"/>
            <ac:spMk id="7" creationId="{C2ECD060-D8B3-BB99-572D-0E365C1C8247}"/>
          </ac:spMkLst>
        </pc:spChg>
        <pc:picChg chg="add mod">
          <ac:chgData name="Fabio Di Gloria" userId="3d58de5a73ee2ba1" providerId="Windows Live" clId="Web-{D4D35556-9E3C-2CD8-414F-9568A13E03EB}" dt="2024-10-20T10:19:59.257" v="237" actId="1076"/>
          <ac:picMkLst>
            <pc:docMk/>
            <pc:sldMk cId="807011355" sldId="294"/>
            <ac:picMk id="2" creationId="{82F9E4AA-9514-EF01-4308-5A79DB33A36E}"/>
          </ac:picMkLst>
        </pc:picChg>
      </pc:sldChg>
      <pc:sldChg chg="addSp delSp modSp add ord replId">
        <pc:chgData name="Fabio Di Gloria" userId="3d58de5a73ee2ba1" providerId="Windows Live" clId="Web-{D4D35556-9E3C-2CD8-414F-9568A13E03EB}" dt="2024-10-20T11:05:36.947" v="681" actId="20577"/>
        <pc:sldMkLst>
          <pc:docMk/>
          <pc:sldMk cId="317705604" sldId="295"/>
        </pc:sldMkLst>
        <pc:spChg chg="mod">
          <ac:chgData name="Fabio Di Gloria" userId="3d58de5a73ee2ba1" providerId="Windows Live" clId="Web-{D4D35556-9E3C-2CD8-414F-9568A13E03EB}" dt="2024-10-20T11:05:00.336" v="662" actId="20577"/>
          <ac:spMkLst>
            <pc:docMk/>
            <pc:sldMk cId="317705604" sldId="295"/>
            <ac:spMk id="4" creationId="{24108139-8308-73BF-579C-76BB05F0C476}"/>
          </ac:spMkLst>
        </pc:spChg>
        <pc:spChg chg="mod">
          <ac:chgData name="Fabio Di Gloria" userId="3d58de5a73ee2ba1" providerId="Windows Live" clId="Web-{D4D35556-9E3C-2CD8-414F-9568A13E03EB}" dt="2024-10-20T11:05:13.133" v="666" actId="20577"/>
          <ac:spMkLst>
            <pc:docMk/>
            <pc:sldMk cId="317705604" sldId="295"/>
            <ac:spMk id="6" creationId="{120312AA-483F-33A3-0A60-3D3853B2130F}"/>
          </ac:spMkLst>
        </pc:spChg>
        <pc:spChg chg="add mod">
          <ac:chgData name="Fabio Di Gloria" userId="3d58de5a73ee2ba1" providerId="Windows Live" clId="Web-{D4D35556-9E3C-2CD8-414F-9568A13E03EB}" dt="2024-10-20T11:05:36.947" v="681" actId="20577"/>
          <ac:spMkLst>
            <pc:docMk/>
            <pc:sldMk cId="317705604" sldId="295"/>
            <ac:spMk id="7" creationId="{FA73E93D-FE56-4420-168A-FC9F43AD4E7E}"/>
          </ac:spMkLst>
        </pc:spChg>
        <pc:picChg chg="add mod">
          <ac:chgData name="Fabio Di Gloria" userId="3d58de5a73ee2ba1" providerId="Windows Live" clId="Web-{D4D35556-9E3C-2CD8-414F-9568A13E03EB}" dt="2024-10-20T10:20:47.368" v="247" actId="1076"/>
          <ac:picMkLst>
            <pc:docMk/>
            <pc:sldMk cId="317705604" sldId="295"/>
            <ac:picMk id="5" creationId="{E7A942AB-F02D-943A-9A14-D823396AF787}"/>
          </ac:picMkLst>
        </pc:picChg>
      </pc:sldChg>
    </pc:docChg>
  </pc:docChgLst>
  <pc:docChgLst>
    <pc:chgData name="Fabio Di Gloria" userId="3d58de5a73ee2ba1" providerId="Windows Live" clId="Web-{03ACDFB7-C6CE-5A84-D79D-AB03BA38357E}"/>
    <pc:docChg chg="addSld delSld modSld sldOrd">
      <pc:chgData name="Fabio Di Gloria" userId="3d58de5a73ee2ba1" providerId="Windows Live" clId="Web-{03ACDFB7-C6CE-5A84-D79D-AB03BA38357E}" dt="2024-10-07T16:21:05.980" v="992" actId="20577"/>
      <pc:docMkLst>
        <pc:docMk/>
      </pc:docMkLst>
      <pc:sldChg chg="modSp">
        <pc:chgData name="Fabio Di Gloria" userId="3d58de5a73ee2ba1" providerId="Windows Live" clId="Web-{03ACDFB7-C6CE-5A84-D79D-AB03BA38357E}" dt="2024-10-07T16:20:04.449" v="970" actId="20577"/>
        <pc:sldMkLst>
          <pc:docMk/>
          <pc:sldMk cId="3272924078" sldId="257"/>
        </pc:sldMkLst>
      </pc:sldChg>
      <pc:sldChg chg="addSp modSp">
        <pc:chgData name="Fabio Di Gloria" userId="3d58de5a73ee2ba1" providerId="Windows Live" clId="Web-{03ACDFB7-C6CE-5A84-D79D-AB03BA38357E}" dt="2024-10-07T15:32:34.464" v="28" actId="20577"/>
        <pc:sldMkLst>
          <pc:docMk/>
          <pc:sldMk cId="2331404214" sldId="259"/>
        </pc:sldMkLst>
        <pc:spChg chg="add mod">
          <ac:chgData name="Fabio Di Gloria" userId="3d58de5a73ee2ba1" providerId="Windows Live" clId="Web-{03ACDFB7-C6CE-5A84-D79D-AB03BA38357E}" dt="2024-10-07T15:32:03.495" v="14" actId="1076"/>
          <ac:spMkLst>
            <pc:docMk/>
            <pc:sldMk cId="2331404214" sldId="259"/>
            <ac:spMk id="4" creationId="{9B657E39-1A65-CD75-05FC-BAD16B2DA501}"/>
          </ac:spMkLst>
        </pc:spChg>
        <pc:spChg chg="mod">
          <ac:chgData name="Fabio Di Gloria" userId="3d58de5a73ee2ba1" providerId="Windows Live" clId="Web-{03ACDFB7-C6CE-5A84-D79D-AB03BA38357E}" dt="2024-10-07T15:31:32.636" v="2" actId="1076"/>
          <ac:spMkLst>
            <pc:docMk/>
            <pc:sldMk cId="2331404214" sldId="259"/>
            <ac:spMk id="9" creationId="{5AECBAAC-86F6-396E-D482-678E035C0EE0}"/>
          </ac:spMkLst>
        </pc:spChg>
        <pc:spChg chg="add mod">
          <ac:chgData name="Fabio Di Gloria" userId="3d58de5a73ee2ba1" providerId="Windows Live" clId="Web-{03ACDFB7-C6CE-5A84-D79D-AB03BA38357E}" dt="2024-10-07T15:32:34.464" v="28" actId="20577"/>
          <ac:spMkLst>
            <pc:docMk/>
            <pc:sldMk cId="2331404214" sldId="259"/>
            <ac:spMk id="11" creationId="{CF469064-D2FA-FB3D-605B-3EFA1FF2E663}"/>
          </ac:spMkLst>
        </pc:spChg>
      </pc:sldChg>
      <pc:sldChg chg="delSp">
        <pc:chgData name="Fabio Di Gloria" userId="3d58de5a73ee2ba1" providerId="Windows Live" clId="Web-{03ACDFB7-C6CE-5A84-D79D-AB03BA38357E}" dt="2024-10-07T16:14:09.326" v="736"/>
        <pc:sldMkLst>
          <pc:docMk/>
          <pc:sldMk cId="629791512" sldId="260"/>
        </pc:sldMkLst>
      </pc:sldChg>
      <pc:sldChg chg="modSp">
        <pc:chgData name="Fabio Di Gloria" userId="3d58de5a73ee2ba1" providerId="Windows Live" clId="Web-{03ACDFB7-C6CE-5A84-D79D-AB03BA38357E}" dt="2024-10-07T16:20:40.652" v="979" actId="20577"/>
        <pc:sldMkLst>
          <pc:docMk/>
          <pc:sldMk cId="3961815029" sldId="261"/>
        </pc:sldMkLst>
        <pc:spChg chg="mod">
          <ac:chgData name="Fabio Di Gloria" userId="3d58de5a73ee2ba1" providerId="Windows Live" clId="Web-{03ACDFB7-C6CE-5A84-D79D-AB03BA38357E}" dt="2024-10-07T16:20:40.652" v="979" actId="20577"/>
          <ac:spMkLst>
            <pc:docMk/>
            <pc:sldMk cId="3961815029" sldId="261"/>
            <ac:spMk id="14" creationId="{26F5D516-AC9E-C0E9-C431-35B33524F95C}"/>
          </ac:spMkLst>
        </pc:spChg>
      </pc:sldChg>
      <pc:sldChg chg="addSp modSp">
        <pc:chgData name="Fabio Di Gloria" userId="3d58de5a73ee2ba1" providerId="Windows Live" clId="Web-{03ACDFB7-C6CE-5A84-D79D-AB03BA38357E}" dt="2024-10-07T15:40:21.055" v="124" actId="20577"/>
        <pc:sldMkLst>
          <pc:docMk/>
          <pc:sldMk cId="3206697506" sldId="270"/>
        </pc:sldMkLst>
        <pc:spChg chg="mod">
          <ac:chgData name="Fabio Di Gloria" userId="3d58de5a73ee2ba1" providerId="Windows Live" clId="Web-{03ACDFB7-C6CE-5A84-D79D-AB03BA38357E}" dt="2024-10-07T15:38:37.196" v="85" actId="14100"/>
          <ac:spMkLst>
            <pc:docMk/>
            <pc:sldMk cId="3206697506" sldId="270"/>
            <ac:spMk id="2" creationId="{F6E78B21-AD41-DC4A-E6DB-09B1F1F5C406}"/>
          </ac:spMkLst>
        </pc:spChg>
        <pc:spChg chg="add mod">
          <ac:chgData name="Fabio Di Gloria" userId="3d58de5a73ee2ba1" providerId="Windows Live" clId="Web-{03ACDFB7-C6CE-5A84-D79D-AB03BA38357E}" dt="2024-10-07T15:39:23.774" v="100" actId="20577"/>
          <ac:spMkLst>
            <pc:docMk/>
            <pc:sldMk cId="3206697506" sldId="270"/>
            <ac:spMk id="11" creationId="{871C3CFA-14CF-41BA-F85F-E44754241904}"/>
          </ac:spMkLst>
        </pc:spChg>
        <pc:spChg chg="add mod">
          <ac:chgData name="Fabio Di Gloria" userId="3d58de5a73ee2ba1" providerId="Windows Live" clId="Web-{03ACDFB7-C6CE-5A84-D79D-AB03BA38357E}" dt="2024-10-07T15:40:21.055" v="124" actId="20577"/>
          <ac:spMkLst>
            <pc:docMk/>
            <pc:sldMk cId="3206697506" sldId="270"/>
            <ac:spMk id="15" creationId="{AFBACD57-3AA4-CA18-CC97-2EEFCF8C0542}"/>
          </ac:spMkLst>
        </pc:spChg>
      </pc:sldChg>
      <pc:sldChg chg="addSp modSp">
        <pc:chgData name="Fabio Di Gloria" userId="3d58de5a73ee2ba1" providerId="Windows Live" clId="Web-{03ACDFB7-C6CE-5A84-D79D-AB03BA38357E}" dt="2024-10-07T15:36:02.307" v="54" actId="20577"/>
        <pc:sldMkLst>
          <pc:docMk/>
          <pc:sldMk cId="682089458" sldId="271"/>
        </pc:sldMkLst>
        <pc:spChg chg="mod">
          <ac:chgData name="Fabio Di Gloria" userId="3d58de5a73ee2ba1" providerId="Windows Live" clId="Web-{03ACDFB7-C6CE-5A84-D79D-AB03BA38357E}" dt="2024-10-07T15:34:23.276" v="31" actId="1076"/>
          <ac:spMkLst>
            <pc:docMk/>
            <pc:sldMk cId="682089458" sldId="271"/>
            <ac:spMk id="2" creationId="{A5F2B032-8968-0160-9BF8-538448B74BA9}"/>
          </ac:spMkLst>
        </pc:spChg>
        <pc:spChg chg="add mod">
          <ac:chgData name="Fabio Di Gloria" userId="3d58de5a73ee2ba1" providerId="Windows Live" clId="Web-{03ACDFB7-C6CE-5A84-D79D-AB03BA38357E}" dt="2024-10-07T15:35:36.213" v="52" actId="20577"/>
          <ac:spMkLst>
            <pc:docMk/>
            <pc:sldMk cId="682089458" sldId="271"/>
            <ac:spMk id="4" creationId="{90C6956C-ACF7-508B-9522-3B91AC72431F}"/>
          </ac:spMkLst>
        </pc:spChg>
        <pc:spChg chg="mod">
          <ac:chgData name="Fabio Di Gloria" userId="3d58de5a73ee2ba1" providerId="Windows Live" clId="Web-{03ACDFB7-C6CE-5A84-D79D-AB03BA38357E}" dt="2024-10-07T15:36:02.307" v="54" actId="20577"/>
          <ac:spMkLst>
            <pc:docMk/>
            <pc:sldMk cId="682089458" sldId="271"/>
            <ac:spMk id="6" creationId="{0D4A9575-931A-7D81-82A5-5E435C72B285}"/>
          </ac:spMkLst>
        </pc:spChg>
        <pc:spChg chg="mod">
          <ac:chgData name="Fabio Di Gloria" userId="3d58de5a73ee2ba1" providerId="Windows Live" clId="Web-{03ACDFB7-C6CE-5A84-D79D-AB03BA38357E}" dt="2024-10-07T15:35:56.635" v="53" actId="20577"/>
          <ac:spMkLst>
            <pc:docMk/>
            <pc:sldMk cId="682089458" sldId="271"/>
            <ac:spMk id="7" creationId="{0274A021-3F9D-82D5-FE19-D044F072D11A}"/>
          </ac:spMkLst>
        </pc:spChg>
        <pc:spChg chg="add mod">
          <ac:chgData name="Fabio Di Gloria" userId="3d58de5a73ee2ba1" providerId="Windows Live" clId="Web-{03ACDFB7-C6CE-5A84-D79D-AB03BA38357E}" dt="2024-10-07T15:35:03.682" v="37" actId="1076"/>
          <ac:spMkLst>
            <pc:docMk/>
            <pc:sldMk cId="682089458" sldId="271"/>
            <ac:spMk id="11" creationId="{596F8790-AB24-4175-58D7-FCBD50A96C63}"/>
          </ac:spMkLst>
        </pc:spChg>
      </pc:sldChg>
      <pc:sldChg chg="addSp modSp">
        <pc:chgData name="Fabio Di Gloria" userId="3d58de5a73ee2ba1" providerId="Windows Live" clId="Web-{03ACDFB7-C6CE-5A84-D79D-AB03BA38357E}" dt="2024-10-07T15:38:11.431" v="83" actId="20577"/>
        <pc:sldMkLst>
          <pc:docMk/>
          <pc:sldMk cId="2035578442" sldId="272"/>
        </pc:sldMkLst>
        <pc:spChg chg="mod">
          <ac:chgData name="Fabio Di Gloria" userId="3d58de5a73ee2ba1" providerId="Windows Live" clId="Web-{03ACDFB7-C6CE-5A84-D79D-AB03BA38357E}" dt="2024-10-07T15:36:50.775" v="59" actId="14100"/>
          <ac:spMkLst>
            <pc:docMk/>
            <pc:sldMk cId="2035578442" sldId="272"/>
            <ac:spMk id="2" creationId="{7DBAE302-3D9E-8E43-CC23-43B43D4070A3}"/>
          </ac:spMkLst>
        </pc:spChg>
        <pc:spChg chg="add mod">
          <ac:chgData name="Fabio Di Gloria" userId="3d58de5a73ee2ba1" providerId="Windows Live" clId="Web-{03ACDFB7-C6CE-5A84-D79D-AB03BA38357E}" dt="2024-10-07T15:37:43.697" v="75" actId="20577"/>
          <ac:spMkLst>
            <pc:docMk/>
            <pc:sldMk cId="2035578442" sldId="272"/>
            <ac:spMk id="4" creationId="{F35BCB29-3419-F55F-FEE7-3FFA0475E1DC}"/>
          </ac:spMkLst>
        </pc:spChg>
        <pc:spChg chg="mod">
          <ac:chgData name="Fabio Di Gloria" userId="3d58de5a73ee2ba1" providerId="Windows Live" clId="Web-{03ACDFB7-C6CE-5A84-D79D-AB03BA38357E}" dt="2024-10-07T15:36:38.135" v="57" actId="20577"/>
          <ac:spMkLst>
            <pc:docMk/>
            <pc:sldMk cId="2035578442" sldId="272"/>
            <ac:spMk id="6" creationId="{0D4A9575-931A-7D81-82A5-5E435C72B285}"/>
          </ac:spMkLst>
        </pc:spChg>
        <pc:spChg chg="mod">
          <ac:chgData name="Fabio Di Gloria" userId="3d58de5a73ee2ba1" providerId="Windows Live" clId="Web-{03ACDFB7-C6CE-5A84-D79D-AB03BA38357E}" dt="2024-10-07T15:36:30.931" v="56" actId="20577"/>
          <ac:spMkLst>
            <pc:docMk/>
            <pc:sldMk cId="2035578442" sldId="272"/>
            <ac:spMk id="7" creationId="{0274A021-3F9D-82D5-FE19-D044F072D11A}"/>
          </ac:spMkLst>
        </pc:spChg>
        <pc:spChg chg="add mod">
          <ac:chgData name="Fabio Di Gloria" userId="3d58de5a73ee2ba1" providerId="Windows Live" clId="Web-{03ACDFB7-C6CE-5A84-D79D-AB03BA38357E}" dt="2024-10-07T15:38:11.431" v="83" actId="20577"/>
          <ac:spMkLst>
            <pc:docMk/>
            <pc:sldMk cId="2035578442" sldId="272"/>
            <ac:spMk id="9" creationId="{E3C051C0-9BB8-D240-9078-EA7E4568FCBB}"/>
          </ac:spMkLst>
        </pc:spChg>
      </pc:sldChg>
      <pc:sldChg chg="add del replId">
        <pc:chgData name="Fabio Di Gloria" userId="3d58de5a73ee2ba1" providerId="Windows Live" clId="Web-{03ACDFB7-C6CE-5A84-D79D-AB03BA38357E}" dt="2024-10-07T15:37:03.478" v="61"/>
        <pc:sldMkLst>
          <pc:docMk/>
          <pc:sldMk cId="3386260943" sldId="282"/>
        </pc:sldMkLst>
      </pc:sldChg>
      <pc:sldChg chg="addSp delSp modSp add replId">
        <pc:chgData name="Fabio Di Gloria" userId="3d58de5a73ee2ba1" providerId="Windows Live" clId="Web-{03ACDFB7-C6CE-5A84-D79D-AB03BA38357E}" dt="2024-10-07T15:51:54.583" v="286" actId="14100"/>
        <pc:sldMkLst>
          <pc:docMk/>
          <pc:sldMk cId="4265285905" sldId="282"/>
        </pc:sldMkLst>
        <pc:spChg chg="mod">
          <ac:chgData name="Fabio Di Gloria" userId="3d58de5a73ee2ba1" providerId="Windows Live" clId="Web-{03ACDFB7-C6CE-5A84-D79D-AB03BA38357E}" dt="2024-10-07T15:41:46.195" v="126" actId="20577"/>
          <ac:spMkLst>
            <pc:docMk/>
            <pc:sldMk cId="4265285905" sldId="282"/>
            <ac:spMk id="8" creationId="{E5275A1D-AAC2-C447-121D-B1DAFF7EAA55}"/>
          </ac:spMkLst>
        </pc:spChg>
        <pc:spChg chg="mod">
          <ac:chgData name="Fabio Di Gloria" userId="3d58de5a73ee2ba1" providerId="Windows Live" clId="Web-{03ACDFB7-C6CE-5A84-D79D-AB03BA38357E}" dt="2024-10-07T15:48:40.974" v="214" actId="20577"/>
          <ac:spMkLst>
            <pc:docMk/>
            <pc:sldMk cId="4265285905" sldId="282"/>
            <ac:spMk id="13" creationId="{0DCFF6FC-F9BF-8C20-D93F-2C175F5FC968}"/>
          </ac:spMkLst>
        </pc:spChg>
        <pc:spChg chg="mod">
          <ac:chgData name="Fabio Di Gloria" userId="3d58de5a73ee2ba1" providerId="Windows Live" clId="Web-{03ACDFB7-C6CE-5A84-D79D-AB03BA38357E}" dt="2024-10-07T15:50:22.630" v="275" actId="20577"/>
          <ac:spMkLst>
            <pc:docMk/>
            <pc:sldMk cId="4265285905" sldId="282"/>
            <ac:spMk id="14" creationId="{B239B091-12DB-B39F-6B36-567EE73ECCFE}"/>
          </ac:spMkLst>
        </pc:spChg>
        <pc:spChg chg="mod">
          <ac:chgData name="Fabio Di Gloria" userId="3d58de5a73ee2ba1" providerId="Windows Live" clId="Web-{03ACDFB7-C6CE-5A84-D79D-AB03BA38357E}" dt="2024-10-07T15:45:11.663" v="165" actId="1076"/>
          <ac:spMkLst>
            <pc:docMk/>
            <pc:sldMk cId="4265285905" sldId="282"/>
            <ac:spMk id="15" creationId="{AFBACD57-3AA4-CA18-CC97-2EEFCF8C0542}"/>
          </ac:spMkLst>
        </pc:spChg>
        <pc:picChg chg="add mod">
          <ac:chgData name="Fabio Di Gloria" userId="3d58de5a73ee2ba1" providerId="Windows Live" clId="Web-{03ACDFB7-C6CE-5A84-D79D-AB03BA38357E}" dt="2024-10-07T15:51:20.442" v="281" actId="14100"/>
          <ac:picMkLst>
            <pc:docMk/>
            <pc:sldMk cId="4265285905" sldId="282"/>
            <ac:picMk id="4" creationId="{04D277B5-056F-C00D-368C-CA43E717D0AF}"/>
          </ac:picMkLst>
        </pc:picChg>
        <pc:picChg chg="add mod">
          <ac:chgData name="Fabio Di Gloria" userId="3d58de5a73ee2ba1" providerId="Windows Live" clId="Web-{03ACDFB7-C6CE-5A84-D79D-AB03BA38357E}" dt="2024-10-07T15:51:54.583" v="286" actId="14100"/>
          <ac:picMkLst>
            <pc:docMk/>
            <pc:sldMk cId="4265285905" sldId="282"/>
            <ac:picMk id="12" creationId="{DF36943F-D57B-FBD3-AA5D-D9B73D15FD74}"/>
          </ac:picMkLst>
        </pc:picChg>
      </pc:sldChg>
      <pc:sldChg chg="modSp add ord replId">
        <pc:chgData name="Fabio Di Gloria" userId="3d58de5a73ee2ba1" providerId="Windows Live" clId="Web-{03ACDFB7-C6CE-5A84-D79D-AB03BA38357E}" dt="2024-10-07T15:44:59.726" v="164" actId="1076"/>
        <pc:sldMkLst>
          <pc:docMk/>
          <pc:sldMk cId="2525003239" sldId="283"/>
        </pc:sldMkLst>
        <pc:spChg chg="mod">
          <ac:chgData name="Fabio Di Gloria" userId="3d58de5a73ee2ba1" providerId="Windows Live" clId="Web-{03ACDFB7-C6CE-5A84-D79D-AB03BA38357E}" dt="2024-10-07T15:44:34.460" v="162" actId="20577"/>
          <ac:spMkLst>
            <pc:docMk/>
            <pc:sldMk cId="2525003239" sldId="283"/>
            <ac:spMk id="11" creationId="{871C3CFA-14CF-41BA-F85F-E44754241904}"/>
          </ac:spMkLst>
        </pc:spChg>
        <pc:spChg chg="mod">
          <ac:chgData name="Fabio Di Gloria" userId="3d58de5a73ee2ba1" providerId="Windows Live" clId="Web-{03ACDFB7-C6CE-5A84-D79D-AB03BA38357E}" dt="2024-10-07T15:44:59.726" v="164" actId="1076"/>
          <ac:spMkLst>
            <pc:docMk/>
            <pc:sldMk cId="2525003239" sldId="283"/>
            <ac:spMk id="15" creationId="{AFBACD57-3AA4-CA18-CC97-2EEFCF8C0542}"/>
          </ac:spMkLst>
        </pc:spChg>
      </pc:sldChg>
      <pc:sldChg chg="addSp delSp modSp add replId">
        <pc:chgData name="Fabio Di Gloria" userId="3d58de5a73ee2ba1" providerId="Windows Live" clId="Web-{03ACDFB7-C6CE-5A84-D79D-AB03BA38357E}" dt="2024-10-07T16:21:05.980" v="992" actId="20577"/>
        <pc:sldMkLst>
          <pc:docMk/>
          <pc:sldMk cId="593428100" sldId="284"/>
        </pc:sldMkLst>
        <pc:spChg chg="mod">
          <ac:chgData name="Fabio Di Gloria" userId="3d58de5a73ee2ba1" providerId="Windows Live" clId="Web-{03ACDFB7-C6CE-5A84-D79D-AB03BA38357E}" dt="2024-10-07T16:06:24" v="492" actId="1076"/>
          <ac:spMkLst>
            <pc:docMk/>
            <pc:sldMk cId="593428100" sldId="284"/>
            <ac:spMk id="2" creationId="{6DBD4D38-0532-7257-28C5-51659496515E}"/>
          </ac:spMkLst>
        </pc:spChg>
        <pc:spChg chg="add mod">
          <ac:chgData name="Fabio Di Gloria" userId="3d58de5a73ee2ba1" providerId="Windows Live" clId="Web-{03ACDFB7-C6CE-5A84-D79D-AB03BA38357E}" dt="2024-10-07T16:21:05.980" v="992" actId="20577"/>
          <ac:spMkLst>
            <pc:docMk/>
            <pc:sldMk cId="593428100" sldId="284"/>
            <ac:spMk id="7" creationId="{6B4E0C6F-967B-697F-0D31-2C27268B6B00}"/>
          </ac:spMkLst>
        </pc:spChg>
      </pc:sldChg>
      <pc:sldChg chg="addSp modSp add replId">
        <pc:chgData name="Fabio Di Gloria" userId="3d58de5a73ee2ba1" providerId="Windows Live" clId="Web-{03ACDFB7-C6CE-5A84-D79D-AB03BA38357E}" dt="2024-10-07T16:17:46.606" v="917" actId="20577"/>
        <pc:sldMkLst>
          <pc:docMk/>
          <pc:sldMk cId="3032313643" sldId="285"/>
        </pc:sldMkLst>
        <pc:spChg chg="mod">
          <ac:chgData name="Fabio Di Gloria" userId="3d58de5a73ee2ba1" providerId="Windows Live" clId="Web-{03ACDFB7-C6CE-5A84-D79D-AB03BA38357E}" dt="2024-10-07T16:17:46.606" v="917" actId="20577"/>
          <ac:spMkLst>
            <pc:docMk/>
            <pc:sldMk cId="3032313643" sldId="285"/>
            <ac:spMk id="2" creationId="{6DBD4D38-0532-7257-28C5-51659496515E}"/>
          </ac:spMkLst>
        </pc:spChg>
        <pc:spChg chg="add mod">
          <ac:chgData name="Fabio Di Gloria" userId="3d58de5a73ee2ba1" providerId="Windows Live" clId="Web-{03ACDFB7-C6CE-5A84-D79D-AB03BA38357E}" dt="2024-10-07T16:16:25.357" v="884" actId="20577"/>
          <ac:spMkLst>
            <pc:docMk/>
            <pc:sldMk cId="3032313643" sldId="285"/>
            <ac:spMk id="4" creationId="{6A4428E4-9277-39DF-CDD8-40428AE0792F}"/>
          </ac:spMkLst>
        </pc:spChg>
        <pc:spChg chg="mod">
          <ac:chgData name="Fabio Di Gloria" userId="3d58de5a73ee2ba1" providerId="Windows Live" clId="Web-{03ACDFB7-C6CE-5A84-D79D-AB03BA38357E}" dt="2024-10-07T16:17:03.591" v="890" actId="20577"/>
          <ac:spMkLst>
            <pc:docMk/>
            <pc:sldMk cId="3032313643" sldId="285"/>
            <ac:spMk id="7" creationId="{6B4E0C6F-967B-697F-0D31-2C27268B6B00}"/>
          </ac:spMkLst>
        </pc:spChg>
      </pc:sldChg>
    </pc:docChg>
  </pc:docChgLst>
  <pc:docChgLst>
    <pc:chgData name="Fabio Di Gloria" userId="3d58de5a73ee2ba1" providerId="Windows Live" clId="Web-{B5FF1C0E-9314-D694-C12C-E1A5056D4BEE}"/>
    <pc:docChg chg="addSld modSld">
      <pc:chgData name="Fabio Di Gloria" userId="3d58de5a73ee2ba1" providerId="Windows Live" clId="Web-{B5FF1C0E-9314-D694-C12C-E1A5056D4BEE}" dt="2024-10-30T15:21:18.837" v="279" actId="20577"/>
      <pc:docMkLst>
        <pc:docMk/>
      </pc:docMkLst>
      <pc:sldChg chg="addSp delSp modSp">
        <pc:chgData name="Fabio Di Gloria" userId="3d58de5a73ee2ba1" providerId="Windows Live" clId="Web-{B5FF1C0E-9314-D694-C12C-E1A5056D4BEE}" dt="2024-10-30T14:58:54.715" v="95" actId="1076"/>
        <pc:sldMkLst>
          <pc:docMk/>
          <pc:sldMk cId="3272924078" sldId="257"/>
        </pc:sldMkLst>
        <pc:spChg chg="del">
          <ac:chgData name="Fabio Di Gloria" userId="3d58de5a73ee2ba1" providerId="Windows Live" clId="Web-{B5FF1C0E-9314-D694-C12C-E1A5056D4BEE}" dt="2024-10-30T14:51:47.981" v="12"/>
          <ac:spMkLst>
            <pc:docMk/>
            <pc:sldMk cId="3272924078" sldId="257"/>
            <ac:spMk id="2" creationId="{C4BD34D9-701C-A713-4D19-63E59E405707}"/>
          </ac:spMkLst>
        </pc:spChg>
        <pc:spChg chg="del mod">
          <ac:chgData name="Fabio Di Gloria" userId="3d58de5a73ee2ba1" providerId="Windows Live" clId="Web-{B5FF1C0E-9314-D694-C12C-E1A5056D4BEE}" dt="2024-10-30T14:51:43.497" v="11"/>
          <ac:spMkLst>
            <pc:docMk/>
            <pc:sldMk cId="3272924078" sldId="257"/>
            <ac:spMk id="5" creationId="{A6F70E13-B82A-7EDC-1646-B52EDAE7385F}"/>
          </ac:spMkLst>
        </pc:spChg>
        <pc:spChg chg="add mod">
          <ac:chgData name="Fabio Di Gloria" userId="3d58de5a73ee2ba1" providerId="Windows Live" clId="Web-{B5FF1C0E-9314-D694-C12C-E1A5056D4BEE}" dt="2024-10-30T14:57:27.854" v="74" actId="20577"/>
          <ac:spMkLst>
            <pc:docMk/>
            <pc:sldMk cId="3272924078" sldId="257"/>
            <ac:spMk id="8" creationId="{8D4BE199-AB18-0FD6-DA29-DAEE123466C8}"/>
          </ac:spMkLst>
        </pc:spChg>
        <pc:spChg chg="del">
          <ac:chgData name="Fabio Di Gloria" userId="3d58de5a73ee2ba1" providerId="Windows Live" clId="Web-{B5FF1C0E-9314-D694-C12C-E1A5056D4BEE}" dt="2024-10-30T14:51:54.888" v="13"/>
          <ac:spMkLst>
            <pc:docMk/>
            <pc:sldMk cId="3272924078" sldId="257"/>
            <ac:spMk id="9" creationId="{AF05AA27-DD25-CCFB-6514-CFEA9F464641}"/>
          </ac:spMkLst>
        </pc:spChg>
        <pc:spChg chg="mod">
          <ac:chgData name="Fabio Di Gloria" userId="3d58de5a73ee2ba1" providerId="Windows Live" clId="Web-{B5FF1C0E-9314-D694-C12C-E1A5056D4BEE}" dt="2024-10-30T14:58:54.715" v="95" actId="1076"/>
          <ac:spMkLst>
            <pc:docMk/>
            <pc:sldMk cId="3272924078" sldId="257"/>
            <ac:spMk id="10" creationId="{576E193B-0C52-8A3B-7796-F0CF58C5BB33}"/>
          </ac:spMkLst>
        </pc:spChg>
        <pc:spChg chg="del">
          <ac:chgData name="Fabio Di Gloria" userId="3d58de5a73ee2ba1" providerId="Windows Live" clId="Web-{B5FF1C0E-9314-D694-C12C-E1A5056D4BEE}" dt="2024-10-30T14:52:13.232" v="18"/>
          <ac:spMkLst>
            <pc:docMk/>
            <pc:sldMk cId="3272924078" sldId="257"/>
            <ac:spMk id="11" creationId="{936F93FF-BD4D-CBAC-48F0-0744652DAB7A}"/>
          </ac:spMkLst>
        </pc:spChg>
        <pc:spChg chg="add mod">
          <ac:chgData name="Fabio Di Gloria" userId="3d58de5a73ee2ba1" providerId="Windows Live" clId="Web-{B5FF1C0E-9314-D694-C12C-E1A5056D4BEE}" dt="2024-10-30T14:57:38.135" v="80" actId="20577"/>
          <ac:spMkLst>
            <pc:docMk/>
            <pc:sldMk cId="3272924078" sldId="257"/>
            <ac:spMk id="12" creationId="{6E50E3A4-64BB-CFE1-AA90-00AE0775BDDA}"/>
          </ac:spMkLst>
        </pc:spChg>
        <pc:spChg chg="add mod">
          <ac:chgData name="Fabio Di Gloria" userId="3d58de5a73ee2ba1" providerId="Windows Live" clId="Web-{B5FF1C0E-9314-D694-C12C-E1A5056D4BEE}" dt="2024-10-30T14:58:05.995" v="81" actId="1076"/>
          <ac:spMkLst>
            <pc:docMk/>
            <pc:sldMk cId="3272924078" sldId="257"/>
            <ac:spMk id="13" creationId="{151625A4-B6C1-C01A-5706-9BA75DE22963}"/>
          </ac:spMkLst>
        </pc:spChg>
        <pc:spChg chg="add mod">
          <ac:chgData name="Fabio Di Gloria" userId="3d58de5a73ee2ba1" providerId="Windows Live" clId="Web-{B5FF1C0E-9314-D694-C12C-E1A5056D4BEE}" dt="2024-10-30T14:56:47.399" v="64" actId="1076"/>
          <ac:spMkLst>
            <pc:docMk/>
            <pc:sldMk cId="3272924078" sldId="257"/>
            <ac:spMk id="14" creationId="{3D84A479-FD52-46ED-E593-8CE395D40885}"/>
          </ac:spMkLst>
        </pc:spChg>
        <pc:spChg chg="del">
          <ac:chgData name="Fabio Di Gloria" userId="3d58de5a73ee2ba1" providerId="Windows Live" clId="Web-{B5FF1C0E-9314-D694-C12C-E1A5056D4BEE}" dt="2024-10-30T14:52:21.170" v="19"/>
          <ac:spMkLst>
            <pc:docMk/>
            <pc:sldMk cId="3272924078" sldId="257"/>
            <ac:spMk id="15" creationId="{5BF810C1-9DEC-1046-A97E-7C0D918D5576}"/>
          </ac:spMkLst>
        </pc:spChg>
        <pc:spChg chg="add mod">
          <ac:chgData name="Fabio Di Gloria" userId="3d58de5a73ee2ba1" providerId="Windows Live" clId="Web-{B5FF1C0E-9314-D694-C12C-E1A5056D4BEE}" dt="2024-10-30T14:57:20.369" v="73" actId="1076"/>
          <ac:spMkLst>
            <pc:docMk/>
            <pc:sldMk cId="3272924078" sldId="257"/>
            <ac:spMk id="16" creationId="{2BE77D7F-3C60-B118-0267-99C8C047D808}"/>
          </ac:spMkLst>
        </pc:spChg>
        <pc:spChg chg="add mod">
          <ac:chgData name="Fabio Di Gloria" userId="3d58de5a73ee2ba1" providerId="Windows Live" clId="Web-{B5FF1C0E-9314-D694-C12C-E1A5056D4BEE}" dt="2024-10-30T14:58:26.183" v="91" actId="20577"/>
          <ac:spMkLst>
            <pc:docMk/>
            <pc:sldMk cId="3272924078" sldId="257"/>
            <ac:spMk id="17" creationId="{9F065204-65DE-3FF9-8AF3-D48BE526EE0C}"/>
          </ac:spMkLst>
        </pc:spChg>
        <pc:picChg chg="del">
          <ac:chgData name="Fabio Di Gloria" userId="3d58de5a73ee2ba1" providerId="Windows Live" clId="Web-{B5FF1C0E-9314-D694-C12C-E1A5056D4BEE}" dt="2024-10-30T14:51:58.247" v="14"/>
          <ac:picMkLst>
            <pc:docMk/>
            <pc:sldMk cId="3272924078" sldId="257"/>
            <ac:picMk id="3" creationId="{6D117107-4194-5249-B073-652BB8E9E449}"/>
          </ac:picMkLst>
        </pc:picChg>
        <pc:picChg chg="del">
          <ac:chgData name="Fabio Di Gloria" userId="3d58de5a73ee2ba1" providerId="Windows Live" clId="Web-{B5FF1C0E-9314-D694-C12C-E1A5056D4BEE}" dt="2024-10-30T14:52:00.654" v="15"/>
          <ac:picMkLst>
            <pc:docMk/>
            <pc:sldMk cId="3272924078" sldId="257"/>
            <ac:picMk id="4" creationId="{A987E841-1516-6FC1-75FD-D19AF535BD91}"/>
          </ac:picMkLst>
        </pc:picChg>
        <pc:picChg chg="del">
          <ac:chgData name="Fabio Di Gloria" userId="3d58de5a73ee2ba1" providerId="Windows Live" clId="Web-{B5FF1C0E-9314-D694-C12C-E1A5056D4BEE}" dt="2024-10-30T14:52:09.154" v="17"/>
          <ac:picMkLst>
            <pc:docMk/>
            <pc:sldMk cId="3272924078" sldId="257"/>
            <ac:picMk id="6" creationId="{874FB048-AE07-C5DD-3E09-403908FB5139}"/>
          </ac:picMkLst>
        </pc:picChg>
      </pc:sldChg>
      <pc:sldChg chg="addSp modSp">
        <pc:chgData name="Fabio Di Gloria" userId="3d58de5a73ee2ba1" providerId="Windows Live" clId="Web-{B5FF1C0E-9314-D694-C12C-E1A5056D4BEE}" dt="2024-10-30T15:13:03.175" v="236" actId="1076"/>
        <pc:sldMkLst>
          <pc:docMk/>
          <pc:sldMk cId="2331404214" sldId="259"/>
        </pc:sldMkLst>
        <pc:spChg chg="mod">
          <ac:chgData name="Fabio Di Gloria" userId="3d58de5a73ee2ba1" providerId="Windows Live" clId="Web-{B5FF1C0E-9314-D694-C12C-E1A5056D4BEE}" dt="2024-10-30T15:12:47.471" v="232" actId="1076"/>
          <ac:spMkLst>
            <pc:docMk/>
            <pc:sldMk cId="2331404214" sldId="259"/>
            <ac:spMk id="9" creationId="{5AECBAAC-86F6-396E-D482-678E035C0EE0}"/>
          </ac:spMkLst>
        </pc:spChg>
        <pc:spChg chg="add mod">
          <ac:chgData name="Fabio Di Gloria" userId="3d58de5a73ee2ba1" providerId="Windows Live" clId="Web-{B5FF1C0E-9314-D694-C12C-E1A5056D4BEE}" dt="2024-10-30T15:13:03.175" v="236" actId="1076"/>
          <ac:spMkLst>
            <pc:docMk/>
            <pc:sldMk cId="2331404214" sldId="259"/>
            <ac:spMk id="19" creationId="{0295A03C-E402-7888-9F29-D7C9B8A7E8E0}"/>
          </ac:spMkLst>
        </pc:spChg>
      </pc:sldChg>
      <pc:sldChg chg="addSp modSp">
        <pc:chgData name="Fabio Di Gloria" userId="3d58de5a73ee2ba1" providerId="Windows Live" clId="Web-{B5FF1C0E-9314-D694-C12C-E1A5056D4BEE}" dt="2024-10-30T15:18:40.380" v="262" actId="1076"/>
        <pc:sldMkLst>
          <pc:docMk/>
          <pc:sldMk cId="629791512" sldId="260"/>
        </pc:sldMkLst>
        <pc:spChg chg="add mod">
          <ac:chgData name="Fabio Di Gloria" userId="3d58de5a73ee2ba1" providerId="Windows Live" clId="Web-{B5FF1C0E-9314-D694-C12C-E1A5056D4BEE}" dt="2024-10-30T15:18:40.380" v="262" actId="1076"/>
          <ac:spMkLst>
            <pc:docMk/>
            <pc:sldMk cId="629791512" sldId="260"/>
            <ac:spMk id="8" creationId="{5EA28F9E-2111-DC3A-1B95-FAEF43FE5153}"/>
          </ac:spMkLst>
        </pc:spChg>
      </pc:sldChg>
      <pc:sldChg chg="addSp modSp">
        <pc:chgData name="Fabio Di Gloria" userId="3d58de5a73ee2ba1" providerId="Windows Live" clId="Web-{B5FF1C0E-9314-D694-C12C-E1A5056D4BEE}" dt="2024-10-30T15:11:38.360" v="231" actId="1076"/>
        <pc:sldMkLst>
          <pc:docMk/>
          <pc:sldMk cId="3961815029" sldId="261"/>
        </pc:sldMkLst>
        <pc:spChg chg="add mod">
          <ac:chgData name="Fabio Di Gloria" userId="3d58de5a73ee2ba1" providerId="Windows Live" clId="Web-{B5FF1C0E-9314-D694-C12C-E1A5056D4BEE}" dt="2024-10-30T15:11:38.360" v="231" actId="1076"/>
          <ac:spMkLst>
            <pc:docMk/>
            <pc:sldMk cId="3961815029" sldId="261"/>
            <ac:spMk id="9" creationId="{38B2DE3D-1BF3-B5F0-74E8-8BC42A1AF6BF}"/>
          </ac:spMkLst>
        </pc:spChg>
      </pc:sldChg>
      <pc:sldChg chg="addSp modSp">
        <pc:chgData name="Fabio Di Gloria" userId="3d58de5a73ee2ba1" providerId="Windows Live" clId="Web-{B5FF1C0E-9314-D694-C12C-E1A5056D4BEE}" dt="2024-10-30T15:13:59.426" v="246" actId="1076"/>
        <pc:sldMkLst>
          <pc:docMk/>
          <pc:sldMk cId="3206697506" sldId="270"/>
        </pc:sldMkLst>
        <pc:spChg chg="mod">
          <ac:chgData name="Fabio Di Gloria" userId="3d58de5a73ee2ba1" providerId="Windows Live" clId="Web-{B5FF1C0E-9314-D694-C12C-E1A5056D4BEE}" dt="2024-10-30T15:13:53.488" v="244" actId="1076"/>
          <ac:spMkLst>
            <pc:docMk/>
            <pc:sldMk cId="3206697506" sldId="270"/>
            <ac:spMk id="2" creationId="{F6E78B21-AD41-DC4A-E6DB-09B1F1F5C406}"/>
          </ac:spMkLst>
        </pc:spChg>
        <pc:spChg chg="add mod">
          <ac:chgData name="Fabio Di Gloria" userId="3d58de5a73ee2ba1" providerId="Windows Live" clId="Web-{B5FF1C0E-9314-D694-C12C-E1A5056D4BEE}" dt="2024-10-30T15:13:59.426" v="246" actId="1076"/>
          <ac:spMkLst>
            <pc:docMk/>
            <pc:sldMk cId="3206697506" sldId="270"/>
            <ac:spMk id="16" creationId="{0C8430C1-9553-569E-84EB-28214A3CD81C}"/>
          </ac:spMkLst>
        </pc:spChg>
      </pc:sldChg>
      <pc:sldChg chg="addSp modSp">
        <pc:chgData name="Fabio Di Gloria" userId="3d58de5a73ee2ba1" providerId="Windows Live" clId="Web-{B5FF1C0E-9314-D694-C12C-E1A5056D4BEE}" dt="2024-10-30T15:13:24.472" v="239" actId="1076"/>
        <pc:sldMkLst>
          <pc:docMk/>
          <pc:sldMk cId="682089458" sldId="271"/>
        </pc:sldMkLst>
        <pc:spChg chg="mod">
          <ac:chgData name="Fabio Di Gloria" userId="3d58de5a73ee2ba1" providerId="Windows Live" clId="Web-{B5FF1C0E-9314-D694-C12C-E1A5056D4BEE}" dt="2024-10-30T15:13:15.050" v="237" actId="1076"/>
          <ac:spMkLst>
            <pc:docMk/>
            <pc:sldMk cId="682089458" sldId="271"/>
            <ac:spMk id="2" creationId="{A5F2B032-8968-0160-9BF8-538448B74BA9}"/>
          </ac:spMkLst>
        </pc:spChg>
        <pc:spChg chg="add mod">
          <ac:chgData name="Fabio Di Gloria" userId="3d58de5a73ee2ba1" providerId="Windows Live" clId="Web-{B5FF1C0E-9314-D694-C12C-E1A5056D4BEE}" dt="2024-10-30T15:13:24.472" v="239" actId="1076"/>
          <ac:spMkLst>
            <pc:docMk/>
            <pc:sldMk cId="682089458" sldId="271"/>
            <ac:spMk id="16" creationId="{276DD7D5-6CC2-453F-F327-AF4498B14BF0}"/>
          </ac:spMkLst>
        </pc:spChg>
      </pc:sldChg>
      <pc:sldChg chg="addSp modSp">
        <pc:chgData name="Fabio Di Gloria" userId="3d58de5a73ee2ba1" providerId="Windows Live" clId="Web-{B5FF1C0E-9314-D694-C12C-E1A5056D4BEE}" dt="2024-10-30T15:13:46.348" v="243" actId="1076"/>
        <pc:sldMkLst>
          <pc:docMk/>
          <pc:sldMk cId="2035578442" sldId="272"/>
        </pc:sldMkLst>
        <pc:spChg chg="mod">
          <ac:chgData name="Fabio Di Gloria" userId="3d58de5a73ee2ba1" providerId="Windows Live" clId="Web-{B5FF1C0E-9314-D694-C12C-E1A5056D4BEE}" dt="2024-10-30T15:13:35.425" v="240" actId="1076"/>
          <ac:spMkLst>
            <pc:docMk/>
            <pc:sldMk cId="2035578442" sldId="272"/>
            <ac:spMk id="2" creationId="{7DBAE302-3D9E-8E43-CC23-43B43D4070A3}"/>
          </ac:spMkLst>
        </pc:spChg>
        <pc:spChg chg="add mod">
          <ac:chgData name="Fabio Di Gloria" userId="3d58de5a73ee2ba1" providerId="Windows Live" clId="Web-{B5FF1C0E-9314-D694-C12C-E1A5056D4BEE}" dt="2024-10-30T15:13:46.348" v="243" actId="1076"/>
          <ac:spMkLst>
            <pc:docMk/>
            <pc:sldMk cId="2035578442" sldId="272"/>
            <ac:spMk id="16" creationId="{3591E8B0-57F0-F43B-76AE-97057307EC05}"/>
          </ac:spMkLst>
        </pc:spChg>
      </pc:sldChg>
      <pc:sldChg chg="addSp delSp modSp">
        <pc:chgData name="Fabio Di Gloria" userId="3d58de5a73ee2ba1" providerId="Windows Live" clId="Web-{B5FF1C0E-9314-D694-C12C-E1A5056D4BEE}" dt="2024-10-30T15:18:23.208" v="260" actId="1076"/>
        <pc:sldMkLst>
          <pc:docMk/>
          <pc:sldMk cId="4265285905" sldId="282"/>
        </pc:sldMkLst>
        <pc:spChg chg="mod">
          <ac:chgData name="Fabio Di Gloria" userId="3d58de5a73ee2ba1" providerId="Windows Live" clId="Web-{B5FF1C0E-9314-D694-C12C-E1A5056D4BEE}" dt="2024-10-30T15:17:48.769" v="251" actId="1076"/>
          <ac:spMkLst>
            <pc:docMk/>
            <pc:sldMk cId="4265285905" sldId="282"/>
            <ac:spMk id="2" creationId="{F6E78B21-AD41-DC4A-E6DB-09B1F1F5C406}"/>
          </ac:spMkLst>
        </pc:spChg>
        <pc:spChg chg="add mod">
          <ac:chgData name="Fabio Di Gloria" userId="3d58de5a73ee2ba1" providerId="Windows Live" clId="Web-{B5FF1C0E-9314-D694-C12C-E1A5056D4BEE}" dt="2024-10-30T15:18:23.208" v="260" actId="1076"/>
          <ac:spMkLst>
            <pc:docMk/>
            <pc:sldMk cId="4265285905" sldId="282"/>
            <ac:spMk id="16" creationId="{CB7F9A1F-3194-D384-905D-BE6224A47D9F}"/>
          </ac:spMkLst>
        </pc:spChg>
        <pc:spChg chg="add del mod">
          <ac:chgData name="Fabio Di Gloria" userId="3d58de5a73ee2ba1" providerId="Windows Live" clId="Web-{B5FF1C0E-9314-D694-C12C-E1A5056D4BEE}" dt="2024-10-30T15:18:13.973" v="258"/>
          <ac:spMkLst>
            <pc:docMk/>
            <pc:sldMk cId="4265285905" sldId="282"/>
            <ac:spMk id="20" creationId="{F02E2E22-D5DA-1061-FE02-D9E9C59E07D4}"/>
          </ac:spMkLst>
        </pc:spChg>
        <pc:spChg chg="add del">
          <ac:chgData name="Fabio Di Gloria" userId="3d58de5a73ee2ba1" providerId="Windows Live" clId="Web-{B5FF1C0E-9314-D694-C12C-E1A5056D4BEE}" dt="2024-10-30T15:18:01.738" v="255"/>
          <ac:spMkLst>
            <pc:docMk/>
            <pc:sldMk cId="4265285905" sldId="282"/>
            <ac:spMk id="23" creationId="{DC64E776-EDD9-E064-7262-12474D2D91E0}"/>
          </ac:spMkLst>
        </pc:spChg>
      </pc:sldChg>
      <pc:sldChg chg="addSp modSp">
        <pc:chgData name="Fabio Di Gloria" userId="3d58de5a73ee2ba1" providerId="Windows Live" clId="Web-{B5FF1C0E-9314-D694-C12C-E1A5056D4BEE}" dt="2024-10-30T15:17:48.707" v="250" actId="1076"/>
        <pc:sldMkLst>
          <pc:docMk/>
          <pc:sldMk cId="2525003239" sldId="283"/>
        </pc:sldMkLst>
        <pc:spChg chg="mod">
          <ac:chgData name="Fabio Di Gloria" userId="3d58de5a73ee2ba1" providerId="Windows Live" clId="Web-{B5FF1C0E-9314-D694-C12C-E1A5056D4BEE}" dt="2024-10-30T15:17:47.894" v="248" actId="1076"/>
          <ac:spMkLst>
            <pc:docMk/>
            <pc:sldMk cId="2525003239" sldId="283"/>
            <ac:spMk id="2" creationId="{F6E78B21-AD41-DC4A-E6DB-09B1F1F5C406}"/>
          </ac:spMkLst>
        </pc:spChg>
        <pc:spChg chg="add mod">
          <ac:chgData name="Fabio Di Gloria" userId="3d58de5a73ee2ba1" providerId="Windows Live" clId="Web-{B5FF1C0E-9314-D694-C12C-E1A5056D4BEE}" dt="2024-10-30T15:17:48.707" v="250" actId="1076"/>
          <ac:spMkLst>
            <pc:docMk/>
            <pc:sldMk cId="2525003239" sldId="283"/>
            <ac:spMk id="16" creationId="{4B066BB1-CA47-2A29-5F9F-474180FE4332}"/>
          </ac:spMkLst>
        </pc:spChg>
      </pc:sldChg>
      <pc:sldChg chg="modSp">
        <pc:chgData name="Fabio Di Gloria" userId="3d58de5a73ee2ba1" providerId="Windows Live" clId="Web-{B5FF1C0E-9314-D694-C12C-E1A5056D4BEE}" dt="2024-10-30T15:21:18.837" v="279" actId="20577"/>
        <pc:sldMkLst>
          <pc:docMk/>
          <pc:sldMk cId="593428100" sldId="284"/>
        </pc:sldMkLst>
        <pc:spChg chg="mod">
          <ac:chgData name="Fabio Di Gloria" userId="3d58de5a73ee2ba1" providerId="Windows Live" clId="Web-{B5FF1C0E-9314-D694-C12C-E1A5056D4BEE}" dt="2024-10-30T15:21:18.837" v="279" actId="20577"/>
          <ac:spMkLst>
            <pc:docMk/>
            <pc:sldMk cId="593428100" sldId="284"/>
            <ac:spMk id="2" creationId="{6DBD4D38-0532-7257-28C5-51659496515E}"/>
          </ac:spMkLst>
        </pc:spChg>
      </pc:sldChg>
      <pc:sldChg chg="addSp modSp">
        <pc:chgData name="Fabio Di Gloria" userId="3d58de5a73ee2ba1" providerId="Windows Live" clId="Web-{B5FF1C0E-9314-D694-C12C-E1A5056D4BEE}" dt="2024-10-30T15:18:48.583" v="264" actId="1076"/>
        <pc:sldMkLst>
          <pc:docMk/>
          <pc:sldMk cId="1999086164" sldId="291"/>
        </pc:sldMkLst>
        <pc:spChg chg="add mod">
          <ac:chgData name="Fabio Di Gloria" userId="3d58de5a73ee2ba1" providerId="Windows Live" clId="Web-{B5FF1C0E-9314-D694-C12C-E1A5056D4BEE}" dt="2024-10-30T15:18:48.583" v="264" actId="1076"/>
          <ac:spMkLst>
            <pc:docMk/>
            <pc:sldMk cId="1999086164" sldId="291"/>
            <ac:spMk id="7" creationId="{EE928109-7997-92D4-3641-4D6368E3537D}"/>
          </ac:spMkLst>
        </pc:spChg>
      </pc:sldChg>
      <pc:sldChg chg="addSp">
        <pc:chgData name="Fabio Di Gloria" userId="3d58de5a73ee2ba1" providerId="Windows Live" clId="Web-{B5FF1C0E-9314-D694-C12C-E1A5056D4BEE}" dt="2024-10-30T15:19:00.334" v="265"/>
        <pc:sldMkLst>
          <pc:docMk/>
          <pc:sldMk cId="1980978440" sldId="292"/>
        </pc:sldMkLst>
        <pc:spChg chg="add">
          <ac:chgData name="Fabio Di Gloria" userId="3d58de5a73ee2ba1" providerId="Windows Live" clId="Web-{B5FF1C0E-9314-D694-C12C-E1A5056D4BEE}" dt="2024-10-30T15:19:00.334" v="265"/>
          <ac:spMkLst>
            <pc:docMk/>
            <pc:sldMk cId="1980978440" sldId="292"/>
            <ac:spMk id="8" creationId="{B101AF76-57CC-5413-D1B3-B1FA606D1D96}"/>
          </ac:spMkLst>
        </pc:spChg>
      </pc:sldChg>
      <pc:sldChg chg="addSp delSp modSp">
        <pc:chgData name="Fabio Di Gloria" userId="3d58de5a73ee2ba1" providerId="Windows Live" clId="Web-{B5FF1C0E-9314-D694-C12C-E1A5056D4BEE}" dt="2024-10-30T15:19:43.647" v="269"/>
        <pc:sldMkLst>
          <pc:docMk/>
          <pc:sldMk cId="945577596" sldId="293"/>
        </pc:sldMkLst>
        <pc:spChg chg="add">
          <ac:chgData name="Fabio Di Gloria" userId="3d58de5a73ee2ba1" providerId="Windows Live" clId="Web-{B5FF1C0E-9314-D694-C12C-E1A5056D4BEE}" dt="2024-10-30T15:19:19.771" v="266"/>
          <ac:spMkLst>
            <pc:docMk/>
            <pc:sldMk cId="945577596" sldId="293"/>
            <ac:spMk id="8" creationId="{77F72592-6EE7-0C42-249F-EC0ED123E947}"/>
          </ac:spMkLst>
        </pc:spChg>
        <pc:spChg chg="add del mod">
          <ac:chgData name="Fabio Di Gloria" userId="3d58de5a73ee2ba1" providerId="Windows Live" clId="Web-{B5FF1C0E-9314-D694-C12C-E1A5056D4BEE}" dt="2024-10-30T15:19:43.647" v="269"/>
          <ac:spMkLst>
            <pc:docMk/>
            <pc:sldMk cId="945577596" sldId="293"/>
            <ac:spMk id="10" creationId="{C65F60E8-3B76-5159-163C-FD2C517041DF}"/>
          </ac:spMkLst>
        </pc:spChg>
      </pc:sldChg>
      <pc:sldChg chg="addSp modSp">
        <pc:chgData name="Fabio Di Gloria" userId="3d58de5a73ee2ba1" providerId="Windows Live" clId="Web-{B5FF1C0E-9314-D694-C12C-E1A5056D4BEE}" dt="2024-10-30T15:19:56.100" v="271" actId="1076"/>
        <pc:sldMkLst>
          <pc:docMk/>
          <pc:sldMk cId="807011355" sldId="294"/>
        </pc:sldMkLst>
        <pc:spChg chg="add mod">
          <ac:chgData name="Fabio Di Gloria" userId="3d58de5a73ee2ba1" providerId="Windows Live" clId="Web-{B5FF1C0E-9314-D694-C12C-E1A5056D4BEE}" dt="2024-10-30T15:19:56.100" v="271" actId="1076"/>
          <ac:spMkLst>
            <pc:docMk/>
            <pc:sldMk cId="807011355" sldId="294"/>
            <ac:spMk id="8" creationId="{C9E45AFB-A1D9-055F-8F37-244966CE27DC}"/>
          </ac:spMkLst>
        </pc:spChg>
      </pc:sldChg>
      <pc:sldChg chg="addSp modSp">
        <pc:chgData name="Fabio Di Gloria" userId="3d58de5a73ee2ba1" providerId="Windows Live" clId="Web-{B5FF1C0E-9314-D694-C12C-E1A5056D4BEE}" dt="2024-10-30T15:20:10.820" v="274" actId="1076"/>
        <pc:sldMkLst>
          <pc:docMk/>
          <pc:sldMk cId="317705604" sldId="295"/>
        </pc:sldMkLst>
        <pc:spChg chg="add mod">
          <ac:chgData name="Fabio Di Gloria" userId="3d58de5a73ee2ba1" providerId="Windows Live" clId="Web-{B5FF1C0E-9314-D694-C12C-E1A5056D4BEE}" dt="2024-10-30T15:20:10.820" v="274" actId="1076"/>
          <ac:spMkLst>
            <pc:docMk/>
            <pc:sldMk cId="317705604" sldId="295"/>
            <ac:spMk id="8" creationId="{FBB2A464-7C38-B818-015C-81A3F79FCDEC}"/>
          </ac:spMkLst>
        </pc:spChg>
      </pc:sldChg>
      <pc:sldChg chg="addSp delSp modSp add replId">
        <pc:chgData name="Fabio Di Gloria" userId="3d58de5a73ee2ba1" providerId="Windows Live" clId="Web-{B5FF1C0E-9314-D694-C12C-E1A5056D4BEE}" dt="2024-10-30T15:11:20.953" v="229"/>
        <pc:sldMkLst>
          <pc:docMk/>
          <pc:sldMk cId="870453558" sldId="296"/>
        </pc:sldMkLst>
        <pc:spChg chg="add mod">
          <ac:chgData name="Fabio Di Gloria" userId="3d58de5a73ee2ba1" providerId="Windows Live" clId="Web-{B5FF1C0E-9314-D694-C12C-E1A5056D4BEE}" dt="2024-10-30T15:09:53.920" v="212" actId="20577"/>
          <ac:spMkLst>
            <pc:docMk/>
            <pc:sldMk cId="870453558" sldId="296"/>
            <ac:spMk id="8" creationId="{E6A1EDEF-5DCD-721F-2499-55236782FDFB}"/>
          </ac:spMkLst>
        </pc:spChg>
        <pc:spChg chg="add del mod">
          <ac:chgData name="Fabio Di Gloria" userId="3d58de5a73ee2ba1" providerId="Windows Live" clId="Web-{B5FF1C0E-9314-D694-C12C-E1A5056D4BEE}" dt="2024-10-30T15:11:20.953" v="229"/>
          <ac:spMkLst>
            <pc:docMk/>
            <pc:sldMk cId="870453558" sldId="296"/>
            <ac:spMk id="12" creationId="{D88B36A4-11B2-828C-5477-586C7F9D2C04}"/>
          </ac:spMkLst>
        </pc:spChg>
        <pc:spChg chg="add del">
          <ac:chgData name="Fabio Di Gloria" userId="3d58de5a73ee2ba1" providerId="Windows Live" clId="Web-{B5FF1C0E-9314-D694-C12C-E1A5056D4BEE}" dt="2024-10-30T15:10:55.781" v="224"/>
          <ac:spMkLst>
            <pc:docMk/>
            <pc:sldMk cId="870453558" sldId="296"/>
            <ac:spMk id="13" creationId="{2C7958D0-CFF7-69B8-C8EF-0C14ED3116B3}"/>
          </ac:spMkLst>
        </pc:spChg>
        <pc:spChg chg="add mod">
          <ac:chgData name="Fabio Di Gloria" userId="3d58de5a73ee2ba1" providerId="Windows Live" clId="Web-{B5FF1C0E-9314-D694-C12C-E1A5056D4BEE}" dt="2024-10-30T15:11:04.187" v="226"/>
          <ac:spMkLst>
            <pc:docMk/>
            <pc:sldMk cId="870453558" sldId="296"/>
            <ac:spMk id="14" creationId="{8AC52C0C-5067-D95F-C434-A78DA947AD87}"/>
          </ac:spMkLst>
        </pc:spChg>
        <pc:spChg chg="add del">
          <ac:chgData name="Fabio Di Gloria" userId="3d58de5a73ee2ba1" providerId="Windows Live" clId="Web-{B5FF1C0E-9314-D694-C12C-E1A5056D4BEE}" dt="2024-10-30T15:11:12.187" v="228"/>
          <ac:spMkLst>
            <pc:docMk/>
            <pc:sldMk cId="870453558" sldId="296"/>
            <ac:spMk id="16" creationId="{59E783DB-4A1E-DF54-2727-8D919799AA7B}"/>
          </ac:spMkLst>
        </pc:spChg>
      </pc:sldChg>
      <pc:sldChg chg="addSp delSp modSp add replId">
        <pc:chgData name="Fabio Di Gloria" userId="3d58de5a73ee2ba1" providerId="Windows Live" clId="Web-{B5FF1C0E-9314-D694-C12C-E1A5056D4BEE}" dt="2024-10-30T15:07:19.666" v="204" actId="14100"/>
        <pc:sldMkLst>
          <pc:docMk/>
          <pc:sldMk cId="1943110399" sldId="297"/>
        </pc:sldMkLst>
        <pc:spChg chg="add del mod">
          <ac:chgData name="Fabio Di Gloria" userId="3d58de5a73ee2ba1" providerId="Windows Live" clId="Web-{B5FF1C0E-9314-D694-C12C-E1A5056D4BEE}" dt="2024-10-30T15:01:36.111" v="116"/>
          <ac:spMkLst>
            <pc:docMk/>
            <pc:sldMk cId="1943110399" sldId="297"/>
            <ac:spMk id="3" creationId="{E3F5D4CB-D8F7-8AFB-6C5B-B83B7A3EA24B}"/>
          </ac:spMkLst>
        </pc:spChg>
        <pc:spChg chg="add del">
          <ac:chgData name="Fabio Di Gloria" userId="3d58de5a73ee2ba1" providerId="Windows Live" clId="Web-{B5FF1C0E-9314-D694-C12C-E1A5056D4BEE}" dt="2024-10-30T15:01:49.470" v="118"/>
          <ac:spMkLst>
            <pc:docMk/>
            <pc:sldMk cId="1943110399" sldId="297"/>
            <ac:spMk id="5" creationId="{7D2D25AB-155C-48A6-E5A2-FB9F06EA02EA}"/>
          </ac:spMkLst>
        </pc:spChg>
        <pc:spChg chg="add mod">
          <ac:chgData name="Fabio Di Gloria" userId="3d58de5a73ee2ba1" providerId="Windows Live" clId="Web-{B5FF1C0E-9314-D694-C12C-E1A5056D4BEE}" dt="2024-10-30T15:01:59.611" v="120" actId="1076"/>
          <ac:spMkLst>
            <pc:docMk/>
            <pc:sldMk cId="1943110399" sldId="297"/>
            <ac:spMk id="6" creationId="{5DB75240-E530-583D-88B0-9D1F48AC8BB4}"/>
          </ac:spMkLst>
        </pc:spChg>
        <pc:spChg chg="add mod">
          <ac:chgData name="Fabio Di Gloria" userId="3d58de5a73ee2ba1" providerId="Windows Live" clId="Web-{B5FF1C0E-9314-D694-C12C-E1A5056D4BEE}" dt="2024-10-30T15:02:28.300" v="123" actId="1076"/>
          <ac:spMkLst>
            <pc:docMk/>
            <pc:sldMk cId="1943110399" sldId="297"/>
            <ac:spMk id="9" creationId="{5048B359-4CCA-BEDC-2908-98E23A3160A6}"/>
          </ac:spMkLst>
        </pc:spChg>
        <pc:spChg chg="mod">
          <ac:chgData name="Fabio Di Gloria" userId="3d58de5a73ee2ba1" providerId="Windows Live" clId="Web-{B5FF1C0E-9314-D694-C12C-E1A5056D4BEE}" dt="2024-10-30T15:07:19.666" v="204" actId="14100"/>
          <ac:spMkLst>
            <pc:docMk/>
            <pc:sldMk cId="1943110399" sldId="297"/>
            <ac:spMk id="10" creationId="{576E193B-0C52-8A3B-7796-F0CF58C5BB33}"/>
          </ac:spMkLst>
        </pc:spChg>
        <pc:spChg chg="add mod">
          <ac:chgData name="Fabio Di Gloria" userId="3d58de5a73ee2ba1" providerId="Windows Live" clId="Web-{B5FF1C0E-9314-D694-C12C-E1A5056D4BEE}" dt="2024-10-30T15:04:07.208" v="158" actId="20577"/>
          <ac:spMkLst>
            <pc:docMk/>
            <pc:sldMk cId="1943110399" sldId="297"/>
            <ac:spMk id="11" creationId="{107FCC0D-F2CE-7303-A082-2D37C7FAFC75}"/>
          </ac:spMkLst>
        </pc:spChg>
        <pc:spChg chg="mod">
          <ac:chgData name="Fabio Di Gloria" userId="3d58de5a73ee2ba1" providerId="Windows Live" clId="Web-{B5FF1C0E-9314-D694-C12C-E1A5056D4BEE}" dt="2024-10-30T15:03:27.817" v="131" actId="1076"/>
          <ac:spMkLst>
            <pc:docMk/>
            <pc:sldMk cId="1943110399" sldId="297"/>
            <ac:spMk id="12" creationId="{6E50E3A4-64BB-CFE1-AA90-00AE0775BDDA}"/>
          </ac:spMkLst>
        </pc:spChg>
        <pc:spChg chg="del">
          <ac:chgData name="Fabio Di Gloria" userId="3d58de5a73ee2ba1" providerId="Windows Live" clId="Web-{B5FF1C0E-9314-D694-C12C-E1A5056D4BEE}" dt="2024-10-30T15:00:48.063" v="97"/>
          <ac:spMkLst>
            <pc:docMk/>
            <pc:sldMk cId="1943110399" sldId="297"/>
            <ac:spMk id="13" creationId="{151625A4-B6C1-C01A-5706-9BA75DE22963}"/>
          </ac:spMkLst>
        </pc:spChg>
        <pc:spChg chg="mod">
          <ac:chgData name="Fabio Di Gloria" userId="3d58de5a73ee2ba1" providerId="Windows Live" clId="Web-{B5FF1C0E-9314-D694-C12C-E1A5056D4BEE}" dt="2024-10-30T15:04:00.661" v="156" actId="20577"/>
          <ac:spMkLst>
            <pc:docMk/>
            <pc:sldMk cId="1943110399" sldId="297"/>
            <ac:spMk id="14" creationId="{3D84A479-FD52-46ED-E593-8CE395D40885}"/>
          </ac:spMkLst>
        </pc:spChg>
        <pc:spChg chg="add mod">
          <ac:chgData name="Fabio Di Gloria" userId="3d58de5a73ee2ba1" providerId="Windows Live" clId="Web-{B5FF1C0E-9314-D694-C12C-E1A5056D4BEE}" dt="2024-10-30T15:04:05.505" v="157" actId="20577"/>
          <ac:spMkLst>
            <pc:docMk/>
            <pc:sldMk cId="1943110399" sldId="297"/>
            <ac:spMk id="15" creationId="{9C077090-1AFC-1157-DB74-45785AFEBF15}"/>
          </ac:spMkLst>
        </pc:spChg>
        <pc:spChg chg="mod">
          <ac:chgData name="Fabio Di Gloria" userId="3d58de5a73ee2ba1" providerId="Windows Live" clId="Web-{B5FF1C0E-9314-D694-C12C-E1A5056D4BEE}" dt="2024-10-30T15:04:11.927" v="159" actId="20577"/>
          <ac:spMkLst>
            <pc:docMk/>
            <pc:sldMk cId="1943110399" sldId="297"/>
            <ac:spMk id="16" creationId="{2BE77D7F-3C60-B118-0267-99C8C047D808}"/>
          </ac:spMkLst>
        </pc:spChg>
        <pc:spChg chg="mod">
          <ac:chgData name="Fabio Di Gloria" userId="3d58de5a73ee2ba1" providerId="Windows Live" clId="Web-{B5FF1C0E-9314-D694-C12C-E1A5056D4BEE}" dt="2024-10-30T15:06:12.289" v="181" actId="1076"/>
          <ac:spMkLst>
            <pc:docMk/>
            <pc:sldMk cId="1943110399" sldId="297"/>
            <ac:spMk id="17" creationId="{9F065204-65DE-3FF9-8AF3-D48BE526EE0C}"/>
          </ac:spMkLst>
        </pc:spChg>
        <pc:spChg chg="add mod">
          <ac:chgData name="Fabio Di Gloria" userId="3d58de5a73ee2ba1" providerId="Windows Live" clId="Web-{B5FF1C0E-9314-D694-C12C-E1A5056D4BEE}" dt="2024-10-30T15:06:14.149" v="182" actId="1076"/>
          <ac:spMkLst>
            <pc:docMk/>
            <pc:sldMk cId="1943110399" sldId="297"/>
            <ac:spMk id="18" creationId="{9B92F672-4C88-B4DC-F095-21C0B949AEB7}"/>
          </ac:spMkLst>
        </pc:spChg>
        <pc:spChg chg="add mod">
          <ac:chgData name="Fabio Di Gloria" userId="3d58de5a73ee2ba1" providerId="Windows Live" clId="Web-{B5FF1C0E-9314-D694-C12C-E1A5056D4BEE}" dt="2024-10-30T15:06:18.524" v="183" actId="1076"/>
          <ac:spMkLst>
            <pc:docMk/>
            <pc:sldMk cId="1943110399" sldId="297"/>
            <ac:spMk id="19" creationId="{33C17A80-293F-11E5-86EE-1E8EA61F83B6}"/>
          </ac:spMkLst>
        </pc:spChg>
      </pc:sldChg>
    </pc:docChg>
  </pc:docChgLst>
  <pc:docChgLst>
    <pc:chgData name="Fabio Di Gloria" userId="3d58de5a73ee2ba1" providerId="Windows Live" clId="Web-{C1BA45D3-D65D-9974-BF5F-F3FCCE42E143}"/>
    <pc:docChg chg="modSld">
      <pc:chgData name="Fabio Di Gloria" userId="3d58de5a73ee2ba1" providerId="Windows Live" clId="Web-{C1BA45D3-D65D-9974-BF5F-F3FCCE42E143}" dt="2024-10-08T13:12:16.261" v="86" actId="1076"/>
      <pc:docMkLst>
        <pc:docMk/>
      </pc:docMkLst>
      <pc:sldChg chg="addSp delSp modSp">
        <pc:chgData name="Fabio Di Gloria" userId="3d58de5a73ee2ba1" providerId="Windows Live" clId="Web-{C1BA45D3-D65D-9974-BF5F-F3FCCE42E143}" dt="2024-10-08T13:12:16.261" v="86" actId="1076"/>
        <pc:sldMkLst>
          <pc:docMk/>
          <pc:sldMk cId="1096529805" sldId="258"/>
        </pc:sldMkLst>
        <pc:spChg chg="mod">
          <ac:chgData name="Fabio Di Gloria" userId="3d58de5a73ee2ba1" providerId="Windows Live" clId="Web-{C1BA45D3-D65D-9974-BF5F-F3FCCE42E143}" dt="2024-10-08T13:12:16.261" v="86" actId="1076"/>
          <ac:spMkLst>
            <pc:docMk/>
            <pc:sldMk cId="1096529805" sldId="258"/>
            <ac:spMk id="7" creationId="{E18B8556-43AD-E3F2-868C-82947F9B2B93}"/>
          </ac:spMkLst>
        </pc:spChg>
        <pc:picChg chg="add del">
          <ac:chgData name="Fabio Di Gloria" userId="3d58de5a73ee2ba1" providerId="Windows Live" clId="Web-{C1BA45D3-D65D-9974-BF5F-F3FCCE42E143}" dt="2024-10-08T13:11:54.167" v="85"/>
          <ac:picMkLst>
            <pc:docMk/>
            <pc:sldMk cId="1096529805" sldId="258"/>
            <ac:picMk id="6" creationId="{1FAE887A-E5BB-0D0A-7695-72C184222F0D}"/>
          </ac:picMkLst>
        </pc:picChg>
      </pc:sldChg>
    </pc:docChg>
  </pc:docChgLst>
  <pc:docChgLst>
    <pc:chgData name="Fabio Di Gloria" userId="3d58de5a73ee2ba1" providerId="Windows Live" clId="Web-{04643C57-7730-D0F7-D8E0-01571313C5BF}"/>
    <pc:docChg chg="modSld">
      <pc:chgData name="Fabio Di Gloria" userId="3d58de5a73ee2ba1" providerId="Windows Live" clId="Web-{04643C57-7730-D0F7-D8E0-01571313C5BF}" dt="2024-11-07T16:10:31.455" v="53" actId="20577"/>
      <pc:docMkLst>
        <pc:docMk/>
      </pc:docMkLst>
      <pc:sldChg chg="modSp">
        <pc:chgData name="Fabio Di Gloria" userId="3d58de5a73ee2ba1" providerId="Windows Live" clId="Web-{04643C57-7730-D0F7-D8E0-01571313C5BF}" dt="2024-11-07T16:10:31.455" v="53" actId="20577"/>
        <pc:sldMkLst>
          <pc:docMk/>
          <pc:sldMk cId="593428100" sldId="284"/>
        </pc:sldMkLst>
        <pc:spChg chg="mod">
          <ac:chgData name="Fabio Di Gloria" userId="3d58de5a73ee2ba1" providerId="Windows Live" clId="Web-{04643C57-7730-D0F7-D8E0-01571313C5BF}" dt="2024-11-07T16:10:31.455" v="53" actId="20577"/>
          <ac:spMkLst>
            <pc:docMk/>
            <pc:sldMk cId="593428100" sldId="284"/>
            <ac:spMk id="2" creationId="{6DBD4D38-0532-7257-28C5-51659496515E}"/>
          </ac:spMkLst>
        </pc:spChg>
      </pc:sldChg>
    </pc:docChg>
  </pc:docChgLst>
  <pc:docChgLst>
    <pc:chgData name="Fabio Di Gloria" userId="3d58de5a73ee2ba1" providerId="Windows Live" clId="Web-{EE3220E0-05E8-774D-AF76-E4B26FC2F3DD}"/>
    <pc:docChg chg="modSld">
      <pc:chgData name="Fabio Di Gloria" userId="3d58de5a73ee2ba1" providerId="Windows Live" clId="Web-{EE3220E0-05E8-774D-AF76-E4B26FC2F3DD}" dt="2024-10-21T13:12:57.773" v="161" actId="1076"/>
      <pc:docMkLst>
        <pc:docMk/>
      </pc:docMkLst>
      <pc:sldChg chg="modSp">
        <pc:chgData name="Fabio Di Gloria" userId="3d58de5a73ee2ba1" providerId="Windows Live" clId="Web-{EE3220E0-05E8-774D-AF76-E4B26FC2F3DD}" dt="2024-10-21T13:01:51.066" v="2" actId="1076"/>
        <pc:sldMkLst>
          <pc:docMk/>
          <pc:sldMk cId="3272924078" sldId="257"/>
        </pc:sldMkLst>
      </pc:sldChg>
      <pc:sldChg chg="modSp">
        <pc:chgData name="Fabio Di Gloria" userId="3d58de5a73ee2ba1" providerId="Windows Live" clId="Web-{EE3220E0-05E8-774D-AF76-E4B26FC2F3DD}" dt="2024-10-21T13:07:17.841" v="46" actId="20577"/>
        <pc:sldMkLst>
          <pc:docMk/>
          <pc:sldMk cId="1096529805" sldId="258"/>
        </pc:sldMkLst>
        <pc:spChg chg="mod">
          <ac:chgData name="Fabio Di Gloria" userId="3d58de5a73ee2ba1" providerId="Windows Live" clId="Web-{EE3220E0-05E8-774D-AF76-E4B26FC2F3DD}" dt="2024-10-21T13:07:17.841" v="46" actId="20577"/>
          <ac:spMkLst>
            <pc:docMk/>
            <pc:sldMk cId="1096529805" sldId="258"/>
            <ac:spMk id="3" creationId="{7533BA4A-56F5-4B3F-FD75-943350AC07B8}"/>
          </ac:spMkLst>
        </pc:spChg>
        <pc:spChg chg="mod">
          <ac:chgData name="Fabio Di Gloria" userId="3d58de5a73ee2ba1" providerId="Windows Live" clId="Web-{EE3220E0-05E8-774D-AF76-E4B26FC2F3DD}" dt="2024-10-21T13:02:31.301" v="9" actId="20577"/>
          <ac:spMkLst>
            <pc:docMk/>
            <pc:sldMk cId="1096529805" sldId="258"/>
            <ac:spMk id="7" creationId="{E18B8556-43AD-E3F2-868C-82947F9B2B93}"/>
          </ac:spMkLst>
        </pc:spChg>
        <pc:spChg chg="mod">
          <ac:chgData name="Fabio Di Gloria" userId="3d58de5a73ee2ba1" providerId="Windows Live" clId="Web-{EE3220E0-05E8-774D-AF76-E4B26FC2F3DD}" dt="2024-10-21T13:02:16.519" v="5" actId="20577"/>
          <ac:spMkLst>
            <pc:docMk/>
            <pc:sldMk cId="1096529805" sldId="258"/>
            <ac:spMk id="8" creationId="{6584AC42-41EF-0342-B7DD-6E79D0192EC6}"/>
          </ac:spMkLst>
        </pc:spChg>
        <pc:spChg chg="mod">
          <ac:chgData name="Fabio Di Gloria" userId="3d58de5a73ee2ba1" providerId="Windows Live" clId="Web-{EE3220E0-05E8-774D-AF76-E4B26FC2F3DD}" dt="2024-10-21T13:02:22.051" v="7" actId="20577"/>
          <ac:spMkLst>
            <pc:docMk/>
            <pc:sldMk cId="1096529805" sldId="258"/>
            <ac:spMk id="12" creationId="{3C6F459F-0A6C-A4D1-0A2A-1BBD6BFE7BE7}"/>
          </ac:spMkLst>
        </pc:spChg>
      </pc:sldChg>
      <pc:sldChg chg="modSp">
        <pc:chgData name="Fabio Di Gloria" userId="3d58de5a73ee2ba1" providerId="Windows Live" clId="Web-{EE3220E0-05E8-774D-AF76-E4B26FC2F3DD}" dt="2024-10-21T13:05:32.072" v="38" actId="20577"/>
        <pc:sldMkLst>
          <pc:docMk/>
          <pc:sldMk cId="629791512" sldId="260"/>
        </pc:sldMkLst>
        <pc:spChg chg="mod">
          <ac:chgData name="Fabio Di Gloria" userId="3d58de5a73ee2ba1" providerId="Windows Live" clId="Web-{EE3220E0-05E8-774D-AF76-E4B26FC2F3DD}" dt="2024-10-21T13:05:19.931" v="34" actId="20577"/>
          <ac:spMkLst>
            <pc:docMk/>
            <pc:sldMk cId="629791512" sldId="260"/>
            <ac:spMk id="4" creationId="{24108139-8308-73BF-579C-76BB05F0C476}"/>
          </ac:spMkLst>
        </pc:spChg>
        <pc:spChg chg="mod">
          <ac:chgData name="Fabio Di Gloria" userId="3d58de5a73ee2ba1" providerId="Windows Live" clId="Web-{EE3220E0-05E8-774D-AF76-E4B26FC2F3DD}" dt="2024-10-21T13:05:32.072" v="38" actId="20577"/>
          <ac:spMkLst>
            <pc:docMk/>
            <pc:sldMk cId="629791512" sldId="260"/>
            <ac:spMk id="6" creationId="{120312AA-483F-33A3-0A60-3D3853B2130F}"/>
          </ac:spMkLst>
        </pc:spChg>
        <pc:spChg chg="mod">
          <ac:chgData name="Fabio Di Gloria" userId="3d58de5a73ee2ba1" providerId="Windows Live" clId="Web-{EE3220E0-05E8-774D-AF76-E4B26FC2F3DD}" dt="2024-10-21T13:05:24.900" v="37" actId="20577"/>
          <ac:spMkLst>
            <pc:docMk/>
            <pc:sldMk cId="629791512" sldId="260"/>
            <ac:spMk id="7" creationId="{013EA37E-07E2-F39F-178E-AA1645C21116}"/>
          </ac:spMkLst>
        </pc:spChg>
      </pc:sldChg>
      <pc:sldChg chg="modSp">
        <pc:chgData name="Fabio Di Gloria" userId="3d58de5a73ee2ba1" providerId="Windows Live" clId="Web-{EE3220E0-05E8-774D-AF76-E4B26FC2F3DD}" dt="2024-10-21T13:02:01.035" v="3" actId="1076"/>
        <pc:sldMkLst>
          <pc:docMk/>
          <pc:sldMk cId="3961815029" sldId="261"/>
        </pc:sldMkLst>
        <pc:spChg chg="mod">
          <ac:chgData name="Fabio Di Gloria" userId="3d58de5a73ee2ba1" providerId="Windows Live" clId="Web-{EE3220E0-05E8-774D-AF76-E4B26FC2F3DD}" dt="2024-10-21T13:02:01.035" v="3" actId="1076"/>
          <ac:spMkLst>
            <pc:docMk/>
            <pc:sldMk cId="3961815029" sldId="261"/>
            <ac:spMk id="14" creationId="{26F5D516-AC9E-C0E9-C431-35B33524F95C}"/>
          </ac:spMkLst>
        </pc:spChg>
      </pc:sldChg>
      <pc:sldChg chg="modSp">
        <pc:chgData name="Fabio Di Gloria" userId="3d58de5a73ee2ba1" providerId="Windows Live" clId="Web-{EE3220E0-05E8-774D-AF76-E4B26FC2F3DD}" dt="2024-10-21T13:00:35.376" v="1" actId="1076"/>
        <pc:sldMkLst>
          <pc:docMk/>
          <pc:sldMk cId="2035578442" sldId="272"/>
        </pc:sldMkLst>
        <pc:spChg chg="mod">
          <ac:chgData name="Fabio Di Gloria" userId="3d58de5a73ee2ba1" providerId="Windows Live" clId="Web-{EE3220E0-05E8-774D-AF76-E4B26FC2F3DD}" dt="2024-10-21T13:00:35.376" v="1" actId="1076"/>
          <ac:spMkLst>
            <pc:docMk/>
            <pc:sldMk cId="2035578442" sldId="272"/>
            <ac:spMk id="21" creationId="{91A4C58D-2D33-68F4-E501-5EA40560A9FB}"/>
          </ac:spMkLst>
        </pc:spChg>
      </pc:sldChg>
      <pc:sldChg chg="modSp">
        <pc:chgData name="Fabio Di Gloria" userId="3d58de5a73ee2ba1" providerId="Windows Live" clId="Web-{EE3220E0-05E8-774D-AF76-E4B26FC2F3DD}" dt="2024-10-21T13:12:57.773" v="161" actId="1076"/>
        <pc:sldMkLst>
          <pc:docMk/>
          <pc:sldMk cId="593428100" sldId="284"/>
        </pc:sldMkLst>
        <pc:spChg chg="mod">
          <ac:chgData name="Fabio Di Gloria" userId="3d58de5a73ee2ba1" providerId="Windows Live" clId="Web-{EE3220E0-05E8-774D-AF76-E4B26FC2F3DD}" dt="2024-10-21T13:12:57.773" v="161" actId="1076"/>
          <ac:spMkLst>
            <pc:docMk/>
            <pc:sldMk cId="593428100" sldId="284"/>
            <ac:spMk id="2" creationId="{6DBD4D38-0532-7257-28C5-51659496515E}"/>
          </ac:spMkLst>
        </pc:spChg>
      </pc:sldChg>
      <pc:sldChg chg="modSp">
        <pc:chgData name="Fabio Di Gloria" userId="3d58de5a73ee2ba1" providerId="Windows Live" clId="Web-{EE3220E0-05E8-774D-AF76-E4B26FC2F3DD}" dt="2024-10-21T13:07:24.513" v="48" actId="20577"/>
        <pc:sldMkLst>
          <pc:docMk/>
          <pc:sldMk cId="3888419759" sldId="286"/>
        </pc:sldMkLst>
        <pc:spChg chg="mod">
          <ac:chgData name="Fabio Di Gloria" userId="3d58de5a73ee2ba1" providerId="Windows Live" clId="Web-{EE3220E0-05E8-774D-AF76-E4B26FC2F3DD}" dt="2024-10-21T13:07:24.513" v="48" actId="20577"/>
          <ac:spMkLst>
            <pc:docMk/>
            <pc:sldMk cId="3888419759" sldId="286"/>
            <ac:spMk id="3" creationId="{7533BA4A-56F5-4B3F-FD75-943350AC07B8}"/>
          </ac:spMkLst>
        </pc:spChg>
        <pc:spChg chg="mod">
          <ac:chgData name="Fabio Di Gloria" userId="3d58de5a73ee2ba1" providerId="Windows Live" clId="Web-{EE3220E0-05E8-774D-AF76-E4B26FC2F3DD}" dt="2024-10-21T13:02:52.677" v="15" actId="20577"/>
          <ac:spMkLst>
            <pc:docMk/>
            <pc:sldMk cId="3888419759" sldId="286"/>
            <ac:spMk id="7" creationId="{E18B8556-43AD-E3F2-868C-82947F9B2B93}"/>
          </ac:spMkLst>
        </pc:spChg>
        <pc:spChg chg="mod">
          <ac:chgData name="Fabio Di Gloria" userId="3d58de5a73ee2ba1" providerId="Windows Live" clId="Web-{EE3220E0-05E8-774D-AF76-E4B26FC2F3DD}" dt="2024-10-21T13:02:38.489" v="11" actId="20577"/>
          <ac:spMkLst>
            <pc:docMk/>
            <pc:sldMk cId="3888419759" sldId="286"/>
            <ac:spMk id="8" creationId="{6584AC42-41EF-0342-B7DD-6E79D0192EC6}"/>
          </ac:spMkLst>
        </pc:spChg>
        <pc:spChg chg="mod">
          <ac:chgData name="Fabio Di Gloria" userId="3d58de5a73ee2ba1" providerId="Windows Live" clId="Web-{EE3220E0-05E8-774D-AF76-E4B26FC2F3DD}" dt="2024-10-21T13:02:42.973" v="13" actId="20577"/>
          <ac:spMkLst>
            <pc:docMk/>
            <pc:sldMk cId="3888419759" sldId="286"/>
            <ac:spMk id="11" creationId="{C0B990CB-4FF3-2BA8-3B5A-46D2219913F0}"/>
          </ac:spMkLst>
        </pc:spChg>
      </pc:sldChg>
      <pc:sldChg chg="modSp">
        <pc:chgData name="Fabio Di Gloria" userId="3d58de5a73ee2ba1" providerId="Windows Live" clId="Web-{EE3220E0-05E8-774D-AF76-E4B26FC2F3DD}" dt="2024-10-21T13:07:31.404" v="50" actId="20577"/>
        <pc:sldMkLst>
          <pc:docMk/>
          <pc:sldMk cId="224753188" sldId="287"/>
        </pc:sldMkLst>
        <pc:spChg chg="mod">
          <ac:chgData name="Fabio Di Gloria" userId="3d58de5a73ee2ba1" providerId="Windows Live" clId="Web-{EE3220E0-05E8-774D-AF76-E4B26FC2F3DD}" dt="2024-10-21T13:07:31.404" v="50" actId="20577"/>
          <ac:spMkLst>
            <pc:docMk/>
            <pc:sldMk cId="224753188" sldId="287"/>
            <ac:spMk id="3" creationId="{7533BA4A-56F5-4B3F-FD75-943350AC07B8}"/>
          </ac:spMkLst>
        </pc:spChg>
        <pc:spChg chg="mod">
          <ac:chgData name="Fabio Di Gloria" userId="3d58de5a73ee2ba1" providerId="Windows Live" clId="Web-{EE3220E0-05E8-774D-AF76-E4B26FC2F3DD}" dt="2024-10-21T13:03:17.037" v="20" actId="20577"/>
          <ac:spMkLst>
            <pc:docMk/>
            <pc:sldMk cId="224753188" sldId="287"/>
            <ac:spMk id="7" creationId="{E18B8556-43AD-E3F2-868C-82947F9B2B93}"/>
          </ac:spMkLst>
        </pc:spChg>
        <pc:spChg chg="mod">
          <ac:chgData name="Fabio Di Gloria" userId="3d58de5a73ee2ba1" providerId="Windows Live" clId="Web-{EE3220E0-05E8-774D-AF76-E4B26FC2F3DD}" dt="2024-10-21T13:03:04.193" v="17" actId="20577"/>
          <ac:spMkLst>
            <pc:docMk/>
            <pc:sldMk cId="224753188" sldId="287"/>
            <ac:spMk id="8" creationId="{6584AC42-41EF-0342-B7DD-6E79D0192EC6}"/>
          </ac:spMkLst>
        </pc:spChg>
        <pc:spChg chg="mod">
          <ac:chgData name="Fabio Di Gloria" userId="3d58de5a73ee2ba1" providerId="Windows Live" clId="Web-{EE3220E0-05E8-774D-AF76-E4B26FC2F3DD}" dt="2024-10-21T13:03:09.771" v="18" actId="20577"/>
          <ac:spMkLst>
            <pc:docMk/>
            <pc:sldMk cId="224753188" sldId="287"/>
            <ac:spMk id="10" creationId="{D019D8C9-9E12-54A7-B551-CEFDB06BA47F}"/>
          </ac:spMkLst>
        </pc:spChg>
      </pc:sldChg>
      <pc:sldChg chg="modSp">
        <pc:chgData name="Fabio Di Gloria" userId="3d58de5a73ee2ba1" providerId="Windows Live" clId="Web-{EE3220E0-05E8-774D-AF76-E4B26FC2F3DD}" dt="2024-10-21T13:07:44.436" v="53" actId="20577"/>
        <pc:sldMkLst>
          <pc:docMk/>
          <pc:sldMk cId="918064346" sldId="288"/>
        </pc:sldMkLst>
        <pc:spChg chg="mod">
          <ac:chgData name="Fabio Di Gloria" userId="3d58de5a73ee2ba1" providerId="Windows Live" clId="Web-{EE3220E0-05E8-774D-AF76-E4B26FC2F3DD}" dt="2024-10-21T13:07:44.436" v="53" actId="20577"/>
          <ac:spMkLst>
            <pc:docMk/>
            <pc:sldMk cId="918064346" sldId="288"/>
            <ac:spMk id="3" creationId="{7533BA4A-56F5-4B3F-FD75-943350AC07B8}"/>
          </ac:spMkLst>
        </pc:spChg>
        <pc:spChg chg="mod">
          <ac:chgData name="Fabio Di Gloria" userId="3d58de5a73ee2ba1" providerId="Windows Live" clId="Web-{EE3220E0-05E8-774D-AF76-E4B26FC2F3DD}" dt="2024-10-21T13:03:53.710" v="24" actId="20577"/>
          <ac:spMkLst>
            <pc:docMk/>
            <pc:sldMk cId="918064346" sldId="288"/>
            <ac:spMk id="7" creationId="{E18B8556-43AD-E3F2-868C-82947F9B2B93}"/>
          </ac:spMkLst>
        </pc:spChg>
        <pc:spChg chg="mod">
          <ac:chgData name="Fabio Di Gloria" userId="3d58de5a73ee2ba1" providerId="Windows Live" clId="Web-{EE3220E0-05E8-774D-AF76-E4B26FC2F3DD}" dt="2024-10-21T13:03:25.272" v="22" actId="20577"/>
          <ac:spMkLst>
            <pc:docMk/>
            <pc:sldMk cId="918064346" sldId="288"/>
            <ac:spMk id="8" creationId="{6584AC42-41EF-0342-B7DD-6E79D0192EC6}"/>
          </ac:spMkLst>
        </pc:spChg>
        <pc:spChg chg="mod">
          <ac:chgData name="Fabio Di Gloria" userId="3d58de5a73ee2ba1" providerId="Windows Live" clId="Web-{EE3220E0-05E8-774D-AF76-E4B26FC2F3DD}" dt="2024-10-21T13:07:40.826" v="51" actId="1076"/>
          <ac:spMkLst>
            <pc:docMk/>
            <pc:sldMk cId="918064346" sldId="288"/>
            <ac:spMk id="10" creationId="{86485D41-0066-2026-BDB5-D65BE1145A6A}"/>
          </ac:spMkLst>
        </pc:spChg>
      </pc:sldChg>
      <pc:sldChg chg="modSp">
        <pc:chgData name="Fabio Di Gloria" userId="3d58de5a73ee2ba1" providerId="Windows Live" clId="Web-{EE3220E0-05E8-774D-AF76-E4B26FC2F3DD}" dt="2024-10-21T13:07:51.967" v="55" actId="20577"/>
        <pc:sldMkLst>
          <pc:docMk/>
          <pc:sldMk cId="4281342499" sldId="289"/>
        </pc:sldMkLst>
        <pc:spChg chg="mod">
          <ac:chgData name="Fabio Di Gloria" userId="3d58de5a73ee2ba1" providerId="Windows Live" clId="Web-{EE3220E0-05E8-774D-AF76-E4B26FC2F3DD}" dt="2024-10-21T13:07:51.967" v="55" actId="20577"/>
          <ac:spMkLst>
            <pc:docMk/>
            <pc:sldMk cId="4281342499" sldId="289"/>
            <ac:spMk id="3" creationId="{7533BA4A-56F5-4B3F-FD75-943350AC07B8}"/>
          </ac:spMkLst>
        </pc:spChg>
        <pc:spChg chg="mod">
          <ac:chgData name="Fabio Di Gloria" userId="3d58de5a73ee2ba1" providerId="Windows Live" clId="Web-{EE3220E0-05E8-774D-AF76-E4B26FC2F3DD}" dt="2024-10-21T13:04:21.836" v="27" actId="20577"/>
          <ac:spMkLst>
            <pc:docMk/>
            <pc:sldMk cId="4281342499" sldId="289"/>
            <ac:spMk id="7" creationId="{E18B8556-43AD-E3F2-868C-82947F9B2B93}"/>
          </ac:spMkLst>
        </pc:spChg>
        <pc:spChg chg="mod">
          <ac:chgData name="Fabio Di Gloria" userId="3d58de5a73ee2ba1" providerId="Windows Live" clId="Web-{EE3220E0-05E8-774D-AF76-E4B26FC2F3DD}" dt="2024-10-21T13:04:05.882" v="25" actId="20577"/>
          <ac:spMkLst>
            <pc:docMk/>
            <pc:sldMk cId="4281342499" sldId="289"/>
            <ac:spMk id="8" creationId="{6584AC42-41EF-0342-B7DD-6E79D0192EC6}"/>
          </ac:spMkLst>
        </pc:spChg>
        <pc:spChg chg="mod">
          <ac:chgData name="Fabio Di Gloria" userId="3d58de5a73ee2ba1" providerId="Windows Live" clId="Web-{EE3220E0-05E8-774D-AF76-E4B26FC2F3DD}" dt="2024-10-21T13:04:15.445" v="26" actId="20577"/>
          <ac:spMkLst>
            <pc:docMk/>
            <pc:sldMk cId="4281342499" sldId="289"/>
            <ac:spMk id="10" creationId="{2129FB6C-208B-411C-BF4C-78A2975D5DB7}"/>
          </ac:spMkLst>
        </pc:spChg>
      </pc:sldChg>
      <pc:sldChg chg="modSp">
        <pc:chgData name="Fabio Di Gloria" userId="3d58de5a73ee2ba1" providerId="Windows Live" clId="Web-{EE3220E0-05E8-774D-AF76-E4B26FC2F3DD}" dt="2024-10-21T13:08:05.233" v="58" actId="20577"/>
        <pc:sldMkLst>
          <pc:docMk/>
          <pc:sldMk cId="1890719644" sldId="290"/>
        </pc:sldMkLst>
        <pc:spChg chg="mod">
          <ac:chgData name="Fabio Di Gloria" userId="3d58de5a73ee2ba1" providerId="Windows Live" clId="Web-{EE3220E0-05E8-774D-AF76-E4B26FC2F3DD}" dt="2024-10-21T13:08:05.233" v="58" actId="20577"/>
          <ac:spMkLst>
            <pc:docMk/>
            <pc:sldMk cId="1890719644" sldId="290"/>
            <ac:spMk id="3" creationId="{7533BA4A-56F5-4B3F-FD75-943350AC07B8}"/>
          </ac:spMkLst>
        </pc:spChg>
        <pc:spChg chg="mod">
          <ac:chgData name="Fabio Di Gloria" userId="3d58de5a73ee2ba1" providerId="Windows Live" clId="Web-{EE3220E0-05E8-774D-AF76-E4B26FC2F3DD}" dt="2024-10-21T13:04:42.883" v="32" actId="20577"/>
          <ac:spMkLst>
            <pc:docMk/>
            <pc:sldMk cId="1890719644" sldId="290"/>
            <ac:spMk id="7" creationId="{E18B8556-43AD-E3F2-868C-82947F9B2B93}"/>
          </ac:spMkLst>
        </pc:spChg>
        <pc:spChg chg="mod">
          <ac:chgData name="Fabio Di Gloria" userId="3d58de5a73ee2ba1" providerId="Windows Live" clId="Web-{EE3220E0-05E8-774D-AF76-E4B26FC2F3DD}" dt="2024-10-21T13:04:31.961" v="29" actId="20577"/>
          <ac:spMkLst>
            <pc:docMk/>
            <pc:sldMk cId="1890719644" sldId="290"/>
            <ac:spMk id="8" creationId="{6584AC42-41EF-0342-B7DD-6E79D0192EC6}"/>
          </ac:spMkLst>
        </pc:spChg>
        <pc:spChg chg="mod">
          <ac:chgData name="Fabio Di Gloria" userId="3d58de5a73ee2ba1" providerId="Windows Live" clId="Web-{EE3220E0-05E8-774D-AF76-E4B26FC2F3DD}" dt="2024-10-21T13:04:37.039" v="31" actId="20577"/>
          <ac:spMkLst>
            <pc:docMk/>
            <pc:sldMk cId="1890719644" sldId="290"/>
            <ac:spMk id="10" creationId="{3D5FC0A5-A8D0-E2AC-2ABE-2ED5FCD988FB}"/>
          </ac:spMkLst>
        </pc:spChg>
      </pc:sldChg>
      <pc:sldChg chg="modSp">
        <pc:chgData name="Fabio Di Gloria" userId="3d58de5a73ee2ba1" providerId="Windows Live" clId="Web-{EE3220E0-05E8-774D-AF76-E4B26FC2F3DD}" dt="2024-10-21T13:05:47.948" v="44" actId="20577"/>
        <pc:sldMkLst>
          <pc:docMk/>
          <pc:sldMk cId="1999086164" sldId="291"/>
        </pc:sldMkLst>
        <pc:spChg chg="mod">
          <ac:chgData name="Fabio Di Gloria" userId="3d58de5a73ee2ba1" providerId="Windows Live" clId="Web-{EE3220E0-05E8-774D-AF76-E4B26FC2F3DD}" dt="2024-10-21T13:05:43.573" v="41" actId="20577"/>
          <ac:spMkLst>
            <pc:docMk/>
            <pc:sldMk cId="1999086164" sldId="291"/>
            <ac:spMk id="4" creationId="{24108139-8308-73BF-579C-76BB05F0C476}"/>
          </ac:spMkLst>
        </pc:spChg>
        <pc:spChg chg="mod">
          <ac:chgData name="Fabio Di Gloria" userId="3d58de5a73ee2ba1" providerId="Windows Live" clId="Web-{EE3220E0-05E8-774D-AF76-E4B26FC2F3DD}" dt="2024-10-21T13:05:47.948" v="44" actId="20577"/>
          <ac:spMkLst>
            <pc:docMk/>
            <pc:sldMk cId="1999086164" sldId="291"/>
            <ac:spMk id="8" creationId="{9827D897-ECC3-2E5F-69C4-9558F89D46E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EE45D1-6F61-1B5D-5BF5-5C43CDBB3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E1F21CF-35F1-DD17-DAB9-1CC66A075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04C29A-1343-B33E-3D77-F8B3E9A0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C36D003-492D-1724-AED4-A2B65BC64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5DDCF0-FEFA-DACE-B684-8CFB50190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672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0275C1-7026-18B5-AEF5-977EE8CB4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A21082-F235-926E-DDC0-791CB777A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2C81FF-47DA-FDF9-265A-92E5E26E4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F62DA9-90B8-F361-C765-B317B7DA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4B895C-6B4A-EF85-DA35-A442BF524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850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7CDDA0-5270-8463-1211-B8E803A10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6A1548-476A-8D1A-5D9C-4DBDBBD29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5F03F8-CC0C-1910-7B39-D0F1707C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CD8849-E1DC-79FE-5381-771D7140D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E2E4B4-1D98-1CBC-D4CD-7F206A45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1889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8C7744-E02B-952C-81D0-2E00D7E13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CCF3-E303-A57B-F7C0-BB4AF23389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5215D56-D25A-E6AC-86FE-4498CCA7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3FC73CA-4CB3-04DD-383D-ED21CB04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07/11/2024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E5898F1-851F-F393-AE9B-E99A1CD86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F7FCBD0-3EDA-D1C2-79B9-9A51CE5CF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68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2934E2-12FB-4EB1-13FB-5D7D409F9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E3AFF5E-FAB2-34A2-CE68-E166699C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170956B-DEA2-37CA-563E-F36B21696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628FC87-6853-0854-C462-411B2FE25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DDECC41-9BB9-D308-37FD-CAA66C07B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79A1E3B-7783-4192-1130-D2243B612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07/11/2024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B85A63-6908-011E-B88D-81037695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359C681-2E90-2463-6241-60C2DB0AC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275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3730AA-646B-64A5-8F47-EDE2FFCF2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5AC75E5-31F3-1F1D-570E-A1971D705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07/11/2024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183BEF8-39A7-DC6F-13CD-69D030A94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916A07-A728-06A9-13E4-F6BA5B8A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55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4846E02-1341-6FAA-05DF-C01A756E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07/11/2024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520626D-530F-60E0-4560-393175512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1CD569-DFD5-849A-C8CA-DD02BDD42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079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25C761-AFF6-6818-F132-F4F17FFB6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67CC2A-9442-8753-9D0A-01A41D4D0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CC60CCF-EAF8-EB44-4338-7B406B73B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EBB00D6-FC3B-D2DE-F8E0-19F8D7EB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07/11/2024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C4011D-EDA1-6998-CC0E-48CFB0B5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A0B9E82-3484-AD62-4E67-E4FEFE2F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862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676D27-B454-EEE9-55BD-02638525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2F5B8D6-FA55-16B3-AD68-3420931FAB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892BE3-5A8F-2EFE-FD9A-4ADAD70CE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615FA4C-94EB-C642-15BC-B044A156A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07/11/2024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451AA14-7E7D-6D72-8AB3-17BA250ED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B86A6F7-480E-11A1-D1BC-D57312F7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157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A8FFDB-2EB4-5368-7497-85D7B4F43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6D78A1-EFCA-B5AB-97A8-FDCC62444A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7E2FB3-AA2B-D34C-BADE-6BA215C6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FC81235-FD02-1E7C-928E-FFD4E98C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6F3DCF2-051D-EBD0-B403-237AD4B3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260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006187F-695E-E8F7-C3B9-485177474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15ADCCE-D269-3275-9CBC-C044DB7EC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F5D844-A8D9-5654-5F73-72434199E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20DC9-740E-4C2D-8A4B-A8FA59129AEB}" type="datetimeFigureOut">
              <a:rPr lang="it-IT" smtClean="0"/>
              <a:t>07/11/2024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1D3B60-5814-3B2A-DBDB-ED33E25A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821720-69DB-A47A-8113-BA537302E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200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2D930FE-92C9-2436-6953-C781B90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BC5EA6A-76A5-808F-BEAE-EC4561964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F07BF1-361B-A56B-CDFB-805E0C6FA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20DC9-740E-4C2D-8A4B-A8FA59129AEB}" type="datetimeFigureOut">
              <a:rPr lang="it-IT" smtClean="0"/>
              <a:t>07/11/2024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A2655B-59FC-D1FD-AC70-47C2287C6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EA0785B-3893-3E79-8147-122C46B52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E3531-3A16-403C-8F59-B9130A1BDF1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03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ingsoon.it/personaggi/halle-berry/11372/biografia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joaquin-phoenix/80914/biografia/" TargetMode="External"/><Relationship Id="rId2" Type="http://schemas.openxmlformats.org/officeDocument/2006/relationships/hyperlink" Target="https://www.comingsoon.it/personaggi/todd-phillips/127774/biografi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ingsoon.it/film/joker-folie-a-deux/62047/scheda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ingsoon.it/film/making-of/63482/scheda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rafaelle-sonneville-caby/296965/biografia/" TargetMode="External"/><Relationship Id="rId2" Type="http://schemas.openxmlformats.org/officeDocument/2006/relationships/hyperlink" Target="https://www.comingsoon.it/personaggi/leila-bekhti/182720/biografi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ingsoon.it/personaggi/jasmine-trinca/130686/biografia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christopher-lloyd/58227/biografia/" TargetMode="External"/><Relationship Id="rId2" Type="http://schemas.openxmlformats.org/officeDocument/2006/relationships/hyperlink" Target="https://www.comingsoon.it/personaggi/sharon-stone/100409/biografi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mingsoon.it/serietv/messiah/3098/scheda/" TargetMode="External"/><Relationship Id="rId5" Type="http://schemas.openxmlformats.org/officeDocument/2006/relationships/hyperlink" Target="https://www.comingsoon.it/film/american-fiction/63580/scheda/" TargetMode="External"/><Relationship Id="rId4" Type="http://schemas.openxmlformats.org/officeDocument/2006/relationships/hyperlink" Target="https://www.comingsoon.it/film/la-vita-dopo-the-fallout/62073/scheda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film/streaming/" TargetMode="External"/><Relationship Id="rId2" Type="http://schemas.openxmlformats.org/officeDocument/2006/relationships/hyperlink" Target="https://www.comingsoon.it/personaggi/catherine-zeta-jones/120053/biografia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personaggi/pierre-morel/157008/biografia/" TargetMode="External"/><Relationship Id="rId2" Type="http://schemas.openxmlformats.org/officeDocument/2006/relationships/hyperlink" Target="https://www.comingsoon.it/personaggi/kate-beckinsale/8768/biografia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ingsoon.it/film/parthenope/63309/scheda/" TargetMode="External"/><Relationship Id="rId2" Type="http://schemas.openxmlformats.org/officeDocument/2006/relationships/hyperlink" Target="https://www.comingsoon.it/film/vermiglio/65900/scheda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682"/>
            <a:ext cx="9144000" cy="2387600"/>
          </a:xfrm>
        </p:spPr>
        <p:txBody>
          <a:bodyPr>
            <a:normAutofit/>
          </a:bodyPr>
          <a:lstStyle/>
          <a:p>
            <a:r>
              <a:rPr lang="it-IT" sz="4800">
                <a:solidFill>
                  <a:srgbClr val="FF0000"/>
                </a:solidFill>
              </a:rPr>
              <a:t>PROJECT WORK 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5025F30-AEE7-7EA8-2857-5985CD8285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sz="4400">
                <a:solidFill>
                  <a:srgbClr val="FF0000"/>
                </a:solidFill>
              </a:rPr>
              <a:t>CINEMA WEB APP</a:t>
            </a:r>
          </a:p>
        </p:txBody>
      </p:sp>
    </p:spTree>
    <p:extLst>
      <p:ext uri="{BB962C8B-B14F-4D97-AF65-F5344CB8AC3E}">
        <p14:creationId xmlns:p14="http://schemas.microsoft.com/office/powerpoint/2010/main" val="111290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265" y="982512"/>
            <a:ext cx="8410223" cy="2578100"/>
          </a:xfrm>
        </p:spPr>
        <p:txBody>
          <a:bodyPr>
            <a:normAutofit fontScale="90000"/>
          </a:bodyPr>
          <a:lstStyle/>
          <a:p>
            <a:r>
              <a:rPr lang="it-IT" sz="3200" dirty="0">
                <a:solidFill>
                  <a:srgbClr val="FF0000"/>
                </a:solidFill>
                <a:ea typeface="Calibri Light"/>
                <a:cs typeface="Calibri Light"/>
              </a:rPr>
              <a:t>Tecnologie da Utilizzare</a:t>
            </a:r>
            <a:br>
              <a:rPr lang="it-IT" sz="3200" dirty="0">
                <a:ea typeface="Calibri Light"/>
                <a:cs typeface="Calibri Light"/>
              </a:rPr>
            </a:b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Il progetto dovrà essere sviluppato con l'ultima versione di Java e per il </a:t>
            </a:r>
            <a:r>
              <a:rPr lang="it-IT" sz="3200" dirty="0" err="1">
                <a:ea typeface="Calibri Light"/>
                <a:cs typeface="Calibri Light"/>
              </a:rPr>
              <a:t>frontend</a:t>
            </a:r>
            <a:r>
              <a:rPr lang="it-IT" sz="3200" dirty="0">
                <a:ea typeface="Calibri Light"/>
                <a:cs typeface="Calibri Light"/>
              </a:rPr>
              <a:t> con l'ultima versione di </a:t>
            </a:r>
            <a:r>
              <a:rPr lang="it-IT" sz="3200" dirty="0" err="1">
                <a:ea typeface="Calibri Light"/>
                <a:cs typeface="Calibri Light"/>
              </a:rPr>
              <a:t>Angular</a:t>
            </a:r>
            <a:r>
              <a:rPr lang="it-IT" sz="3200" dirty="0">
                <a:ea typeface="Calibri Light"/>
                <a:cs typeface="Calibri Light"/>
              </a:rPr>
              <a:t>.</a:t>
            </a: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Per la creazione di Api e Authentication utilizzare Spring</a:t>
            </a:r>
            <a:br>
              <a:rPr lang="it-IT" sz="3200" dirty="0">
                <a:ea typeface="Calibri Light"/>
                <a:cs typeface="Calibri Light"/>
              </a:rPr>
            </a:br>
            <a:r>
              <a:rPr lang="it-IT" sz="3200" dirty="0">
                <a:ea typeface="Calibri Light"/>
                <a:cs typeface="Calibri Light"/>
              </a:rPr>
              <a:t>Librerie di componenti grafici- Bootstrap-</a:t>
            </a:r>
            <a:r>
              <a:rPr lang="it-IT" sz="3200" dirty="0" err="1">
                <a:ea typeface="Calibri Light"/>
                <a:cs typeface="Calibri Light"/>
              </a:rPr>
              <a:t>Material</a:t>
            </a:r>
            <a:r>
              <a:rPr lang="it-IT" sz="3200" dirty="0">
                <a:ea typeface="Calibri Light"/>
                <a:cs typeface="Calibri Light"/>
              </a:rPr>
              <a:t>.</a:t>
            </a:r>
            <a:br>
              <a:rPr lang="it-IT" sz="3200" dirty="0">
                <a:ea typeface="Calibri Light"/>
                <a:cs typeface="Calibri Light"/>
              </a:rPr>
            </a:br>
            <a:endParaRPr lang="it-IT" sz="3200" dirty="0">
              <a:ea typeface="Calibri Light"/>
              <a:cs typeface="Calibri Light"/>
            </a:endParaRP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B4E0C6F-967B-697F-0D31-2C27268B6B00}"/>
              </a:ext>
            </a:extLst>
          </p:cNvPr>
          <p:cNvSpPr txBox="1">
            <a:spLocks/>
          </p:cNvSpPr>
          <p:nvPr/>
        </p:nvSpPr>
        <p:spPr>
          <a:xfrm>
            <a:off x="1111955" y="3563527"/>
            <a:ext cx="8410223" cy="25781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  <a:t>Home</a:t>
            </a:r>
            <a:b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>
                <a:ea typeface="Calibri Light"/>
                <a:cs typeface="Calibri Light"/>
              </a:rPr>
              <a:t>Creare delle api che restituiscano le immagini dei film di genere drammatico e sentimentale</a:t>
            </a:r>
          </a:p>
        </p:txBody>
      </p:sp>
    </p:spTree>
    <p:extLst>
      <p:ext uri="{BB962C8B-B14F-4D97-AF65-F5344CB8AC3E}">
        <p14:creationId xmlns:p14="http://schemas.microsoft.com/office/powerpoint/2010/main" val="5934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BD4D38-0532-7257-28C5-516594965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444" y="334904"/>
            <a:ext cx="8410223" cy="1646767"/>
          </a:xfrm>
        </p:spPr>
        <p:txBody>
          <a:bodyPr>
            <a:normAutofit/>
          </a:bodyPr>
          <a:lstStyle/>
          <a:p>
            <a: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  <a:t>Trame</a:t>
            </a:r>
            <a:b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>
                <a:ea typeface="Calibri Light"/>
                <a:cs typeface="Calibri Light"/>
              </a:rPr>
              <a:t>Creare delle api che restituiscano immagine- titolo della trama e la descrizione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B4E0C6F-967B-697F-0D31-2C27268B6B00}"/>
              </a:ext>
            </a:extLst>
          </p:cNvPr>
          <p:cNvSpPr txBox="1">
            <a:spLocks/>
          </p:cNvSpPr>
          <p:nvPr/>
        </p:nvSpPr>
        <p:spPr>
          <a:xfrm>
            <a:off x="1408288" y="2688638"/>
            <a:ext cx="7662335" cy="14774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  <a:t>Calendario Uscite</a:t>
            </a:r>
            <a:b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</a:br>
            <a:r>
              <a:rPr lang="it-IT" sz="3200">
                <a:ea typeface="Calibri Light"/>
                <a:cs typeface="Calibri Light"/>
              </a:rPr>
              <a:t>Creare delle api che restituiscano immagine dei film e le info di ciascuno</a:t>
            </a:r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6A4428E4-9277-39DF-CDD8-40428AE0792F}"/>
              </a:ext>
            </a:extLst>
          </p:cNvPr>
          <p:cNvSpPr txBox="1">
            <a:spLocks/>
          </p:cNvSpPr>
          <p:nvPr/>
        </p:nvSpPr>
        <p:spPr>
          <a:xfrm>
            <a:off x="1037166" y="4871626"/>
            <a:ext cx="7838723" cy="188665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3200">
                <a:solidFill>
                  <a:srgbClr val="FF0000"/>
                </a:solidFill>
                <a:ea typeface="Calibri Light"/>
                <a:cs typeface="Calibri Light"/>
              </a:rPr>
              <a:t>News</a:t>
            </a:r>
          </a:p>
          <a:p>
            <a:r>
              <a:rPr lang="it-IT" sz="3200">
                <a:ea typeface="Calibri Light"/>
                <a:cs typeface="Calibri Light"/>
              </a:rPr>
              <a:t>Creare delle api che restituiscano immagine titolo e descrizione della news</a:t>
            </a:r>
          </a:p>
        </p:txBody>
      </p:sp>
    </p:spTree>
    <p:extLst>
      <p:ext uri="{BB962C8B-B14F-4D97-AF65-F5344CB8AC3E}">
        <p14:creationId xmlns:p14="http://schemas.microsoft.com/office/powerpoint/2010/main" val="303231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2426058" y="182623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                                              </a:t>
            </a:r>
            <a:r>
              <a:rPr lang="it-IT" b="1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76E193B-0C52-8A3B-7796-F0CF58C5BB33}"/>
              </a:ext>
            </a:extLst>
          </p:cNvPr>
          <p:cNvSpPr txBox="1"/>
          <p:nvPr/>
        </p:nvSpPr>
        <p:spPr>
          <a:xfrm>
            <a:off x="4040170" y="1376798"/>
            <a:ext cx="262412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b="1" dirty="0">
                <a:cs typeface="Calibri"/>
              </a:rPr>
              <a:t>Inserisci le tue credenziali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D4BE199-AB18-0FD6-DA29-DAEE123466C8}"/>
              </a:ext>
            </a:extLst>
          </p:cNvPr>
          <p:cNvSpPr/>
          <p:nvPr/>
        </p:nvSpPr>
        <p:spPr>
          <a:xfrm>
            <a:off x="4068097" y="2199967"/>
            <a:ext cx="2777612" cy="319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E50E3A4-64BB-CFE1-AA90-00AE0775BDDA}"/>
              </a:ext>
            </a:extLst>
          </p:cNvPr>
          <p:cNvSpPr/>
          <p:nvPr/>
        </p:nvSpPr>
        <p:spPr>
          <a:xfrm>
            <a:off x="4068096" y="2882079"/>
            <a:ext cx="2777612" cy="319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it-IT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151625A4-B6C1-C01A-5706-9BA75DE22963}"/>
              </a:ext>
            </a:extLst>
          </p:cNvPr>
          <p:cNvSpPr/>
          <p:nvPr/>
        </p:nvSpPr>
        <p:spPr>
          <a:xfrm>
            <a:off x="4068096" y="3723967"/>
            <a:ext cx="1351935" cy="294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Login</a:t>
            </a:r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D84A479-FD52-46ED-E593-8CE395D40885}"/>
              </a:ext>
            </a:extLst>
          </p:cNvPr>
          <p:cNvSpPr txBox="1"/>
          <p:nvPr/>
        </p:nvSpPr>
        <p:spPr>
          <a:xfrm>
            <a:off x="3982064" y="1935726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100" dirty="0">
                <a:cs typeface="Calibri"/>
              </a:rPr>
              <a:t>email</a:t>
            </a:r>
            <a:endParaRPr lang="it-IT" sz="11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BE77D7F-3C60-B118-0267-99C8C047D808}"/>
              </a:ext>
            </a:extLst>
          </p:cNvPr>
          <p:cNvSpPr txBox="1"/>
          <p:nvPr/>
        </p:nvSpPr>
        <p:spPr>
          <a:xfrm>
            <a:off x="3982063" y="2617839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100" dirty="0">
                <a:cs typeface="Calibri"/>
              </a:rPr>
              <a:t>password</a:t>
            </a:r>
            <a:endParaRPr lang="it-IT" sz="1100" dirty="0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9F065204-65DE-3FF9-8AF3-D48BE526EE0C}"/>
              </a:ext>
            </a:extLst>
          </p:cNvPr>
          <p:cNvSpPr/>
          <p:nvPr/>
        </p:nvSpPr>
        <p:spPr>
          <a:xfrm>
            <a:off x="5819466" y="3723966"/>
            <a:ext cx="1351935" cy="294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cs typeface="Calibri"/>
              </a:rPr>
              <a:t>Registrati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7292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2426058" y="182623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                                              </a:t>
            </a:r>
            <a:r>
              <a:rPr lang="it-IT" b="1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76E193B-0C52-8A3B-7796-F0CF58C5BB33}"/>
              </a:ext>
            </a:extLst>
          </p:cNvPr>
          <p:cNvSpPr txBox="1"/>
          <p:nvPr/>
        </p:nvSpPr>
        <p:spPr>
          <a:xfrm>
            <a:off x="4052460" y="1376798"/>
            <a:ext cx="352131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b="1" dirty="0">
                <a:cs typeface="Calibri"/>
              </a:rPr>
              <a:t>Compila il </a:t>
            </a:r>
            <a:r>
              <a:rPr lang="it-IT" sz="1600" b="1" dirty="0" err="1">
                <a:cs typeface="Calibri"/>
              </a:rPr>
              <a:t>form</a:t>
            </a:r>
            <a:r>
              <a:rPr lang="it-IT" sz="1600" b="1" dirty="0">
                <a:cs typeface="Calibri"/>
              </a:rPr>
              <a:t> di registrazione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D4BE199-AB18-0FD6-DA29-DAEE123466C8}"/>
              </a:ext>
            </a:extLst>
          </p:cNvPr>
          <p:cNvSpPr/>
          <p:nvPr/>
        </p:nvSpPr>
        <p:spPr>
          <a:xfrm>
            <a:off x="4068097" y="2199967"/>
            <a:ext cx="2777612" cy="319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6E50E3A4-64BB-CFE1-AA90-00AE0775BDDA}"/>
              </a:ext>
            </a:extLst>
          </p:cNvPr>
          <p:cNvSpPr/>
          <p:nvPr/>
        </p:nvSpPr>
        <p:spPr>
          <a:xfrm>
            <a:off x="4068096" y="2882078"/>
            <a:ext cx="2777612" cy="319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it-IT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D84A479-FD52-46ED-E593-8CE395D40885}"/>
              </a:ext>
            </a:extLst>
          </p:cNvPr>
          <p:cNvSpPr txBox="1"/>
          <p:nvPr/>
        </p:nvSpPr>
        <p:spPr>
          <a:xfrm>
            <a:off x="3982064" y="1935726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100" dirty="0">
                <a:cs typeface="Calibri"/>
              </a:rPr>
              <a:t>Nome*</a:t>
            </a:r>
            <a:endParaRPr lang="it-IT" sz="11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BE77D7F-3C60-B118-0267-99C8C047D808}"/>
              </a:ext>
            </a:extLst>
          </p:cNvPr>
          <p:cNvSpPr txBox="1"/>
          <p:nvPr/>
        </p:nvSpPr>
        <p:spPr>
          <a:xfrm>
            <a:off x="3982063" y="3785420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100" dirty="0">
                <a:cs typeface="Calibri"/>
              </a:rPr>
              <a:t>Password*</a:t>
            </a:r>
            <a:endParaRPr lang="it-IT" sz="1100" dirty="0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9F065204-65DE-3FF9-8AF3-D48BE526EE0C}"/>
              </a:ext>
            </a:extLst>
          </p:cNvPr>
          <p:cNvSpPr/>
          <p:nvPr/>
        </p:nvSpPr>
        <p:spPr>
          <a:xfrm>
            <a:off x="4559708" y="4756353"/>
            <a:ext cx="1351935" cy="294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dirty="0">
                <a:cs typeface="Calibri"/>
              </a:rPr>
              <a:t>Conferma</a:t>
            </a:r>
            <a:endParaRPr lang="it-IT" dirty="0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5DB75240-E530-583D-88B0-9D1F48AC8BB4}"/>
              </a:ext>
            </a:extLst>
          </p:cNvPr>
          <p:cNvSpPr/>
          <p:nvPr/>
        </p:nvSpPr>
        <p:spPr>
          <a:xfrm>
            <a:off x="4068095" y="3428998"/>
            <a:ext cx="2777612" cy="319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it-IT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048B359-4CCA-BEDC-2908-98E23A3160A6}"/>
              </a:ext>
            </a:extLst>
          </p:cNvPr>
          <p:cNvSpPr/>
          <p:nvPr/>
        </p:nvSpPr>
        <p:spPr>
          <a:xfrm>
            <a:off x="4068096" y="4049659"/>
            <a:ext cx="2777612" cy="319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it-IT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07FCC0D-F2CE-7303-A082-2D37C7FAFC75}"/>
              </a:ext>
            </a:extLst>
          </p:cNvPr>
          <p:cNvSpPr txBox="1"/>
          <p:nvPr/>
        </p:nvSpPr>
        <p:spPr>
          <a:xfrm>
            <a:off x="3982062" y="3201629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100" dirty="0">
                <a:cs typeface="Calibri"/>
              </a:rPr>
              <a:t>Email*</a:t>
            </a:r>
            <a:endParaRPr lang="it-IT" sz="11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C077090-1AFC-1157-DB74-45785AFEBF15}"/>
              </a:ext>
            </a:extLst>
          </p:cNvPr>
          <p:cNvSpPr txBox="1"/>
          <p:nvPr/>
        </p:nvSpPr>
        <p:spPr>
          <a:xfrm>
            <a:off x="3982063" y="2617839"/>
            <a:ext cx="27432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it-IT" sz="1100" dirty="0">
                <a:cs typeface="Calibri"/>
              </a:rPr>
              <a:t>Cognome*</a:t>
            </a:r>
            <a:endParaRPr lang="it-IT" sz="1100" dirty="0"/>
          </a:p>
        </p:txBody>
      </p:sp>
      <p:sp>
        <p:nvSpPr>
          <p:cNvPr id="18" name="Callout: freccia in giù 17">
            <a:extLst>
              <a:ext uri="{FF2B5EF4-FFF2-40B4-BE49-F238E27FC236}">
                <a16:creationId xmlns:a16="http://schemas.microsoft.com/office/drawing/2014/main" id="{9B92F672-4C88-B4DC-F095-21C0B949AEB7}"/>
              </a:ext>
            </a:extLst>
          </p:cNvPr>
          <p:cNvSpPr/>
          <p:nvPr/>
        </p:nvSpPr>
        <p:spPr>
          <a:xfrm>
            <a:off x="4565855" y="5383161"/>
            <a:ext cx="1333499" cy="700548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3C17A80-293F-11E5-86EE-1E8EA61F83B6}"/>
              </a:ext>
            </a:extLst>
          </p:cNvPr>
          <p:cNvSpPr txBox="1"/>
          <p:nvPr/>
        </p:nvSpPr>
        <p:spPr>
          <a:xfrm>
            <a:off x="4320047" y="6225049"/>
            <a:ext cx="27432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dirty="0">
                <a:cs typeface="Calibri"/>
              </a:rPr>
              <a:t>Registrazione Effettuata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1943110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6F70E13-B82A-7EDC-1646-B52EDAE7385F}"/>
              </a:ext>
            </a:extLst>
          </p:cNvPr>
          <p:cNvSpPr/>
          <p:nvPr/>
        </p:nvSpPr>
        <p:spPr>
          <a:xfrm>
            <a:off x="1022180" y="731866"/>
            <a:ext cx="9089229" cy="3557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u="sng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  <a:r>
              <a:rPr lang="it-IT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</a:t>
            </a:r>
            <a:r>
              <a:rPr lang="it-IT" u="sng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Calendario Uscite </a:t>
            </a:r>
            <a:r>
              <a:rPr lang="it-IT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it-IT" u="sng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2426058" y="182623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                                              </a:t>
            </a:r>
            <a:r>
              <a:rPr lang="it-IT" b="1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BF810C1-9DEC-1046-A97E-7C0D918D5576}"/>
              </a:ext>
            </a:extLst>
          </p:cNvPr>
          <p:cNvSpPr txBox="1"/>
          <p:nvPr/>
        </p:nvSpPr>
        <p:spPr>
          <a:xfrm>
            <a:off x="4213511" y="6462073"/>
            <a:ext cx="332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/>
              <a:t>2024 </a:t>
            </a:r>
            <a:r>
              <a:rPr lang="it-IT" sz="1600" err="1"/>
              <a:t>Cinemawebapp</a:t>
            </a:r>
            <a:r>
              <a:rPr lang="it-IT" sz="1600"/>
              <a:t> </a:t>
            </a:r>
            <a:r>
              <a:rPr lang="it-IT" sz="1600" err="1"/>
              <a:t>Srl</a:t>
            </a:r>
            <a:endParaRPr lang="it-IT" sz="160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C4BD34D9-701C-A713-4D19-63E59E405707}"/>
              </a:ext>
            </a:extLst>
          </p:cNvPr>
          <p:cNvSpPr/>
          <p:nvPr/>
        </p:nvSpPr>
        <p:spPr>
          <a:xfrm>
            <a:off x="4801279" y="1714715"/>
            <a:ext cx="1762813" cy="2166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ea typeface="Calibri"/>
                <a:cs typeface="Calibri"/>
              </a:rPr>
              <a:t>Drammatico</a:t>
            </a:r>
          </a:p>
        </p:txBody>
      </p:sp>
      <p:pic>
        <p:nvPicPr>
          <p:cNvPr id="3" name="Immagine 2" descr="Immagine che contiene testo, Viso umano, uomo, vestiti&#10;&#10;Descrizione generata automaticamente">
            <a:extLst>
              <a:ext uri="{FF2B5EF4-FFF2-40B4-BE49-F238E27FC236}">
                <a16:creationId xmlns:a16="http://schemas.microsoft.com/office/drawing/2014/main" id="{6D117107-4194-5249-B073-652BB8E9E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744" y="3004088"/>
            <a:ext cx="2238375" cy="3200400"/>
          </a:xfrm>
          <a:prstGeom prst="rect">
            <a:avLst/>
          </a:prstGeom>
        </p:spPr>
      </p:pic>
      <p:pic>
        <p:nvPicPr>
          <p:cNvPr id="4" name="Immagine 3" descr="Immagine che contiene testo, poster, Copertina del libro, romanzo&#10;&#10;Descrizione generata automaticamente">
            <a:extLst>
              <a:ext uri="{FF2B5EF4-FFF2-40B4-BE49-F238E27FC236}">
                <a16:creationId xmlns:a16="http://schemas.microsoft.com/office/drawing/2014/main" id="{A987E841-1516-6FC1-75FD-D19AF535B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813" y="2936524"/>
            <a:ext cx="2351263" cy="3334454"/>
          </a:xfrm>
          <a:prstGeom prst="rect">
            <a:avLst/>
          </a:prstGeom>
        </p:spPr>
      </p:pic>
      <p:pic>
        <p:nvPicPr>
          <p:cNvPr id="6" name="Immagine 5" descr="Immagine che contiene testo, Viso umano, poster, schermata&#10;&#10;Descrizione generata automaticamente">
            <a:extLst>
              <a:ext uri="{FF2B5EF4-FFF2-40B4-BE49-F238E27FC236}">
                <a16:creationId xmlns:a16="http://schemas.microsoft.com/office/drawing/2014/main" id="{874FB048-AE07-C5DD-3E09-403908FB5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035" y="2844800"/>
            <a:ext cx="2442985" cy="344028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F05AA27-DD25-CCFB-6514-CFEA9F464641}"/>
              </a:ext>
            </a:extLst>
          </p:cNvPr>
          <p:cNvSpPr txBox="1"/>
          <p:nvPr/>
        </p:nvSpPr>
        <p:spPr>
          <a:xfrm>
            <a:off x="1020580" y="2625777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>
                <a:cs typeface="Calibri"/>
              </a:rPr>
              <a:t>Image </a:t>
            </a:r>
            <a:r>
              <a:rPr lang="it-IT" sz="1400" b="1" err="1">
                <a:cs typeface="Calibri"/>
              </a:rPr>
              <a:t>json</a:t>
            </a:r>
            <a:endParaRPr lang="it-IT" err="1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76E193B-0C52-8A3B-7796-F0CF58C5BB33}"/>
              </a:ext>
            </a:extLst>
          </p:cNvPr>
          <p:cNvSpPr txBox="1"/>
          <p:nvPr/>
        </p:nvSpPr>
        <p:spPr>
          <a:xfrm>
            <a:off x="4212235" y="2532088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>
                <a:cs typeface="Calibri"/>
              </a:rPr>
              <a:t>Image </a:t>
            </a:r>
            <a:r>
              <a:rPr lang="it-IT" sz="1400" b="1" err="1">
                <a:cs typeface="Calibri"/>
              </a:rPr>
              <a:t>json</a:t>
            </a:r>
            <a:endParaRPr lang="it-IT" err="1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36F93FF-BD4D-CBAC-48F0-0744652DAB7A}"/>
              </a:ext>
            </a:extLst>
          </p:cNvPr>
          <p:cNvSpPr txBox="1"/>
          <p:nvPr/>
        </p:nvSpPr>
        <p:spPr>
          <a:xfrm>
            <a:off x="7547547" y="2469629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>
                <a:cs typeface="Calibri"/>
              </a:rPr>
              <a:t>Image </a:t>
            </a:r>
            <a:r>
              <a:rPr lang="it-IT" sz="1400" b="1" err="1">
                <a:cs typeface="Calibri"/>
              </a:rPr>
              <a:t>json</a:t>
            </a:r>
            <a:endParaRPr lang="it-IT" err="1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E6A1EDEF-5DCD-721F-2499-55236782FDFB}"/>
              </a:ext>
            </a:extLst>
          </p:cNvPr>
          <p:cNvSpPr/>
          <p:nvPr/>
        </p:nvSpPr>
        <p:spPr>
          <a:xfrm>
            <a:off x="11270226" y="645241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AC52C0C-5067-D95F-C434-A78DA947AD87}"/>
              </a:ext>
            </a:extLst>
          </p:cNvPr>
          <p:cNvSpPr txBox="1"/>
          <p:nvPr/>
        </p:nvSpPr>
        <p:spPr>
          <a:xfrm>
            <a:off x="4724400" y="320040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>
                <a:solidFill>
                  <a:srgbClr val="FFFFFF"/>
                </a:solidFill>
                <a:cs typeface="Calibri"/>
              </a:rPr>
              <a:t>Logout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0453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A6F70E13-B82A-7EDC-1646-B52EDAE7385F}"/>
              </a:ext>
            </a:extLst>
          </p:cNvPr>
          <p:cNvSpPr/>
          <p:nvPr/>
        </p:nvSpPr>
        <p:spPr>
          <a:xfrm>
            <a:off x="811635" y="1188205"/>
            <a:ext cx="9386731" cy="3769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u="sng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Home</a:t>
            </a:r>
            <a:r>
              <a:rPr lang="it-IT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</a:t>
            </a:r>
            <a:r>
              <a:rPr lang="it-IT" u="sng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Calendario Uscite </a:t>
            </a:r>
            <a:r>
              <a:rPr lang="it-IT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it-IT" u="sng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CF366-9736-8753-9E86-A8A9CC82FEF8}"/>
              </a:ext>
            </a:extLst>
          </p:cNvPr>
          <p:cNvSpPr txBox="1"/>
          <p:nvPr/>
        </p:nvSpPr>
        <p:spPr>
          <a:xfrm>
            <a:off x="2418047" y="255029"/>
            <a:ext cx="6532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                                        </a:t>
            </a:r>
            <a:r>
              <a:rPr lang="it-IT" b="1">
                <a:solidFill>
                  <a:srgbClr val="FF0000"/>
                </a:solidFill>
              </a:rPr>
              <a:t>CINEMA WEB APP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BF810C1-9DEC-1046-A97E-7C0D918D5576}"/>
              </a:ext>
            </a:extLst>
          </p:cNvPr>
          <p:cNvSpPr txBox="1"/>
          <p:nvPr/>
        </p:nvSpPr>
        <p:spPr>
          <a:xfrm>
            <a:off x="4213511" y="6462073"/>
            <a:ext cx="3327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/>
              <a:t>2024 </a:t>
            </a:r>
            <a:r>
              <a:rPr lang="it-IT" sz="1600" err="1"/>
              <a:t>Cinemawebapp</a:t>
            </a:r>
            <a:r>
              <a:rPr lang="it-IT" sz="1600"/>
              <a:t> </a:t>
            </a:r>
            <a:r>
              <a:rPr lang="it-IT" sz="1600" err="1"/>
              <a:t>Srl</a:t>
            </a:r>
            <a:endParaRPr lang="it-IT" sz="160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6F5D516-AC9E-C0E9-C431-35B33524F95C}"/>
              </a:ext>
            </a:extLst>
          </p:cNvPr>
          <p:cNvSpPr/>
          <p:nvPr/>
        </p:nvSpPr>
        <p:spPr>
          <a:xfrm>
            <a:off x="4627569" y="1862359"/>
            <a:ext cx="1762813" cy="2166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ea typeface="Calibri"/>
                <a:cs typeface="Calibri"/>
              </a:rPr>
              <a:t>Sentimentale</a:t>
            </a:r>
            <a:endParaRPr lang="it-IT">
              <a:solidFill>
                <a:srgbClr val="FF0000"/>
              </a:solidFill>
            </a:endParaRPr>
          </a:p>
        </p:txBody>
      </p:sp>
      <p:pic>
        <p:nvPicPr>
          <p:cNvPr id="2" name="Immagine 1" descr="Immagine che contiene testo, uomo, vestiti, libro&#10;&#10;Descrizione generata automaticamente">
            <a:extLst>
              <a:ext uri="{FF2B5EF4-FFF2-40B4-BE49-F238E27FC236}">
                <a16:creationId xmlns:a16="http://schemas.microsoft.com/office/drawing/2014/main" id="{777FE2D4-0B23-1F1C-9F94-49888DE0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642" y="2816817"/>
            <a:ext cx="2367527" cy="3387671"/>
          </a:xfrm>
          <a:prstGeom prst="rect">
            <a:avLst/>
          </a:prstGeom>
        </p:spPr>
      </p:pic>
      <p:pic>
        <p:nvPicPr>
          <p:cNvPr id="4" name="Immagine 3" descr="Immagine che contiene testo, ciglio, organo, occhi&#10;&#10;Descrizione generata automaticamente">
            <a:extLst>
              <a:ext uri="{FF2B5EF4-FFF2-40B4-BE49-F238E27FC236}">
                <a16:creationId xmlns:a16="http://schemas.microsoft.com/office/drawing/2014/main" id="{A8FFF0BD-360F-5FAD-03FF-4C57B9846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931" y="2745783"/>
            <a:ext cx="2496680" cy="3497451"/>
          </a:xfrm>
          <a:prstGeom prst="rect">
            <a:avLst/>
          </a:prstGeom>
        </p:spPr>
      </p:pic>
      <p:pic>
        <p:nvPicPr>
          <p:cNvPr id="6" name="Immagine 5" descr="Immagine che contiene testo, vestiti, persona, Viso umano&#10;&#10;Descrizione generata automaticamente">
            <a:extLst>
              <a:ext uri="{FF2B5EF4-FFF2-40B4-BE49-F238E27FC236}">
                <a16:creationId xmlns:a16="http://schemas.microsoft.com/office/drawing/2014/main" id="{2BD652B8-093F-C44F-1E61-FB6E32CF1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2" y="2771615"/>
            <a:ext cx="2490222" cy="347162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8964C286-04CE-D88B-4AC4-A8A1694B5599}"/>
              </a:ext>
            </a:extLst>
          </p:cNvPr>
          <p:cNvSpPr txBox="1"/>
          <p:nvPr/>
        </p:nvSpPr>
        <p:spPr>
          <a:xfrm>
            <a:off x="720777" y="2432154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>
                <a:cs typeface="Calibri"/>
              </a:rPr>
              <a:t>Image </a:t>
            </a:r>
            <a:r>
              <a:rPr lang="it-IT" sz="1400" b="1" err="1">
                <a:cs typeface="Calibri"/>
              </a:rPr>
              <a:t>json</a:t>
            </a:r>
            <a:endParaRPr lang="it-IT" err="1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578C570-6966-913C-B0E0-6F6A9428CB79}"/>
              </a:ext>
            </a:extLst>
          </p:cNvPr>
          <p:cNvSpPr txBox="1"/>
          <p:nvPr/>
        </p:nvSpPr>
        <p:spPr>
          <a:xfrm>
            <a:off x="4112301" y="2276006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>
                <a:cs typeface="Calibri"/>
              </a:rPr>
              <a:t>Image </a:t>
            </a:r>
            <a:r>
              <a:rPr lang="it-IT" sz="1400" b="1" err="1">
                <a:cs typeface="Calibri"/>
              </a:rPr>
              <a:t>json</a:t>
            </a:r>
            <a:endParaRPr lang="it-IT" err="1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D3740C9-8B53-926F-C5E9-C7DBA6E4B823}"/>
              </a:ext>
            </a:extLst>
          </p:cNvPr>
          <p:cNvSpPr txBox="1"/>
          <p:nvPr/>
        </p:nvSpPr>
        <p:spPr>
          <a:xfrm>
            <a:off x="7703695" y="2276006"/>
            <a:ext cx="22185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400" b="1">
                <a:cs typeface="Calibri"/>
              </a:rPr>
              <a:t>Image </a:t>
            </a:r>
            <a:r>
              <a:rPr lang="it-IT" sz="1400" b="1" err="1">
                <a:cs typeface="Calibri"/>
              </a:rPr>
              <a:t>json</a:t>
            </a:r>
            <a:endParaRPr lang="it-IT" err="1"/>
          </a:p>
        </p:txBody>
      </p:sp>
      <p:sp>
        <p:nvSpPr>
          <p:cNvPr id="9" name="Connettore 8">
            <a:extLst>
              <a:ext uri="{FF2B5EF4-FFF2-40B4-BE49-F238E27FC236}">
                <a16:creationId xmlns:a16="http://schemas.microsoft.com/office/drawing/2014/main" id="{38B2DE3D-1BF3-B5F0-74E8-8BC42A1AF6BF}"/>
              </a:ext>
            </a:extLst>
          </p:cNvPr>
          <p:cNvSpPr/>
          <p:nvPr/>
        </p:nvSpPr>
        <p:spPr>
          <a:xfrm>
            <a:off x="11282516" y="1112273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61815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  <a:cs typeface="Calibri"/>
              </a:rPr>
              <a:t>Trama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 descr="Immagine che contiene persona, Viso umano, Accessorio di moda, vestiti&#10;&#10;Descrizione generata automaticamente">
            <a:extLst>
              <a:ext uri="{FF2B5EF4-FFF2-40B4-BE49-F238E27FC236}">
                <a16:creationId xmlns:a16="http://schemas.microsoft.com/office/drawing/2014/main" id="{1FAE887A-E5BB-0D0A-7695-72C18422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127" y="2181149"/>
            <a:ext cx="5631052" cy="345884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151661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</a:t>
            </a:r>
            <a:r>
              <a:rPr lang="it-IT" b="1">
                <a:latin typeface="Calibri"/>
                <a:cs typeface="Calibri"/>
              </a:rPr>
              <a:t>     Testo descrizione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045480" y="1047164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</a:t>
            </a:r>
            <a:r>
              <a:rPr lang="it-IT" b="1">
                <a:latin typeface="Calibri"/>
                <a:cs typeface="Calibri"/>
              </a:rPr>
              <a:t> Titolo trama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1400" b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sz="1600" b="1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C6F459F-0A6C-A4D1-0A2A-1BBD6BFE7BE7}"/>
              </a:ext>
            </a:extLst>
          </p:cNvPr>
          <p:cNvSpPr txBox="1"/>
          <p:nvPr/>
        </p:nvSpPr>
        <p:spPr>
          <a:xfrm>
            <a:off x="3899941" y="1713875"/>
            <a:ext cx="295556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Immagine Trama </a:t>
            </a:r>
            <a:r>
              <a:rPr lang="it-IT" sz="1400" b="1" err="1">
                <a:cs typeface="Calibri"/>
              </a:rPr>
              <a:t>json</a:t>
            </a:r>
            <a:endParaRPr lang="it-IT" sz="1400" err="1"/>
          </a:p>
        </p:txBody>
      </p:sp>
    </p:spTree>
    <p:extLst>
      <p:ext uri="{BB962C8B-B14F-4D97-AF65-F5344CB8AC3E}">
        <p14:creationId xmlns:p14="http://schemas.microsoft.com/office/powerpoint/2010/main" val="1096529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EC0EC7-05BB-62A3-A639-95309920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759" y="280503"/>
            <a:ext cx="10515600" cy="1325563"/>
          </a:xfrm>
          <a:noFill/>
        </p:spPr>
        <p:txBody>
          <a:bodyPr>
            <a:normAutofit/>
          </a:bodyPr>
          <a:lstStyle/>
          <a:p>
            <a:r>
              <a:rPr lang="it-IT" sz="2800">
                <a:latin typeface="Arial Narrow"/>
              </a:rPr>
              <a:t>Campo di Battaglia</a:t>
            </a:r>
            <a:r>
              <a:rPr lang="it-IT" sz="2800" i="0">
                <a:effectLst/>
                <a:latin typeface="Arial Narrow"/>
              </a:rPr>
              <a:t>: </a:t>
            </a:r>
            <a:r>
              <a:rPr lang="it-IT" sz="2800">
                <a:latin typeface="Arial Narrow"/>
              </a:rPr>
              <a:t>La trama </a:t>
            </a:r>
            <a:r>
              <a:rPr lang="it-IT" sz="2800" i="0">
                <a:effectLst/>
                <a:latin typeface="Arial Narrow"/>
              </a:rPr>
              <a:t>del film </a:t>
            </a:r>
            <a:r>
              <a:rPr lang="it-IT" sz="2800">
                <a:latin typeface="Arial Narrow"/>
              </a:rPr>
              <a:t>di Gianni Amelio</a:t>
            </a:r>
            <a:br>
              <a:rPr lang="it-IT" b="1" i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4B2852-2508-BD32-6F1B-7129D239D486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Campo di Battaglia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il film diretto da Gianni Amelio, è ambientato sul finire della Prima Guerra Mondiale.</a:t>
            </a: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Due ufficiali medici, amici d’infanzia lavorano nello stesso ospedale militare, dove ogni giorno arrivano dal fronte i feriti più gravi.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Molti di loro però si sono procurati da soli le ferite, sono dei simulatori, che farebbero di tutto per non tornare a combattere.</a:t>
            </a: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Stefano 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Gabriel Montesi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), di famiglia altoborghese, con un padre che sogna per lui un avvenire in politica, è ossessionato da questi autolesionisti e, oltre che il medico, fa a suo modo lo sbirro.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Giulio 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Alessandro Borghi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), apparentemente più comprensivo e tollerante, non si trova a proprio agio alla vista del sangue, è più portato verso la ricerca, avrebbe voluto diventare un biologo.</a:t>
            </a: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Anna 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Federica Rosellini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), amica di entrambi dai tempi dell’università, sconta il fatto di essere donna. A quei tempi, senza una famiglia influente alle spalle, era difficile arrivare a una laurea in medicina. Ma lei affronta con grinta un lavoro duro e volontario alla Croce Rossa.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Qualcosa di strano accade intanto tra i malati: molti si aggravano misteriosamente. Forse c’è qualcuno che provoca di proposito delle complicazioni alle loro ferite, perché i soldati vengano mandati a casa, anche storpi, anche mutilati, purché non tornino in battaglia.</a:t>
            </a: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C'è dunque un sabotatore dentro l'ospedale, di cui Anna è la prima a sospettare.</a:t>
            </a: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Ma sul fronte di guerra, proprio verso la fine del conflitto, si diffonde una specie di infezione che colpisce più delle armi nemiche. E presto contagia anche la popolazione civile...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5940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  <a:cs typeface="Calibri"/>
              </a:rPr>
              <a:t>Trama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</a:t>
            </a:r>
            <a:r>
              <a:rPr lang="it-IT" b="1">
                <a:latin typeface="Calibri"/>
                <a:cs typeface="Calibri"/>
              </a:rPr>
              <a:t> Testo descrizione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276578" y="1059656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</a:t>
            </a:r>
            <a:r>
              <a:rPr lang="it-IT" b="1">
                <a:latin typeface="Calibri"/>
                <a:cs typeface="Calibri"/>
              </a:rPr>
              <a:t>    Titolo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sz="1600" b="1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2" name="Immagine 1" descr="Immagine che contiene aria aperta, pianta, erba, albero&#10;&#10;Descrizione generata automaticamente">
            <a:extLst>
              <a:ext uri="{FF2B5EF4-FFF2-40B4-BE49-F238E27FC236}">
                <a16:creationId xmlns:a16="http://schemas.microsoft.com/office/drawing/2014/main" id="{7D935D15-99AA-9172-CA7D-09A43DFC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246" y="2368315"/>
            <a:ext cx="6096000" cy="3433011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0B990CB-4FF3-2BA8-3B5A-46D2219913F0}"/>
              </a:ext>
            </a:extLst>
          </p:cNvPr>
          <p:cNvSpPr txBox="1"/>
          <p:nvPr/>
        </p:nvSpPr>
        <p:spPr>
          <a:xfrm>
            <a:off x="3276577" y="1909097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</a:t>
            </a:r>
            <a:r>
              <a:rPr lang="it-IT" b="1">
                <a:latin typeface="Calibri"/>
                <a:cs typeface="Calibri"/>
              </a:rPr>
              <a:t>    Immagine 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8419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0C6C88-73C2-0E1B-BDA5-0910178C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1" y="365125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 err="1">
                <a:latin typeface="Arial Narrow"/>
                <a:cs typeface="Arial"/>
              </a:rPr>
              <a:t>Never</a:t>
            </a:r>
            <a:r>
              <a:rPr lang="it-IT" sz="2800">
                <a:latin typeface="Arial Narrow"/>
                <a:cs typeface="Arial"/>
              </a:rPr>
              <a:t> </a:t>
            </a:r>
            <a:r>
              <a:rPr lang="it-IT" sz="2800" err="1">
                <a:latin typeface="Arial Narrow"/>
                <a:cs typeface="Arial"/>
              </a:rPr>
              <a:t>Let</a:t>
            </a:r>
            <a:r>
              <a:rPr lang="it-IT" sz="2800">
                <a:latin typeface="Arial Narrow"/>
                <a:cs typeface="Arial"/>
              </a:rPr>
              <a:t> Go-A Un Passo Dal Male</a:t>
            </a:r>
            <a:r>
              <a:rPr lang="it-IT" sz="2800">
                <a:latin typeface="Arial Narrow"/>
              </a:rPr>
              <a:t>: la trama del film di Alexandre Aja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54B2F9-7281-8E34-B0BE-3E382B3B8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311" y="1938514"/>
            <a:ext cx="10515600" cy="4351338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Never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Let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 Go - A un Passo dal Male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il film diretto da Alexandre Aja, racconta la storia di una madre (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Halle Berry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 che vive in una casa isolata nel bosco con i suoi due figli gemelli 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Percy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Daggs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 IV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Anthony B. Jenkins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).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Sono convinti di essere circondati da spiriti maligni e che la casa sia l'unico luogo dove sono al sicuro. Quando devono allontanarsi, ognuno di loro indossa una lunga corda che lo tiene sempre legato alla casa. In questo modo i demoni del bosco non possono far loro del male.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Ma quando uno dei bambini inizia a dubitare dell'esistenza degli spiriti, la sua corda si spezza mettendo in pericolo la sua vita e quella di tutta la famiglia. Inizia allora una terrificante lotta per la sopravvivenza...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8042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  <a:cs typeface="Calibri"/>
              </a:rPr>
              <a:t>Trama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</a:t>
            </a:r>
            <a:r>
              <a:rPr lang="it-IT" b="1">
                <a:latin typeface="Calibri"/>
                <a:cs typeface="Calibri"/>
              </a:rPr>
              <a:t> Testo descrizione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276578" y="103467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</a:t>
            </a:r>
            <a:r>
              <a:rPr lang="it-IT" b="1">
                <a:latin typeface="Calibri"/>
                <a:cs typeface="Calibri"/>
              </a:rPr>
              <a:t>  Titolo trama</a:t>
            </a:r>
            <a:r>
              <a:rPr lang="it-IT" sz="20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sz="1600" b="1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5" name="Immagine 4" descr="Immagine che contiene persona, Viso umano, bacio, Amore&#10;&#10;Descrizione generata automaticamente">
            <a:extLst>
              <a:ext uri="{FF2B5EF4-FFF2-40B4-BE49-F238E27FC236}">
                <a16:creationId xmlns:a16="http://schemas.microsoft.com/office/drawing/2014/main" id="{B077E1E2-4925-F447-8C73-CDD93DEF0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362068"/>
            <a:ext cx="6096000" cy="34330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019D8C9-9E12-54A7-B551-CEFDB06BA47F}"/>
              </a:ext>
            </a:extLst>
          </p:cNvPr>
          <p:cNvSpPr txBox="1"/>
          <p:nvPr/>
        </p:nvSpPr>
        <p:spPr>
          <a:xfrm>
            <a:off x="3272830" y="1899105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</a:t>
            </a:r>
            <a:r>
              <a:rPr lang="it-IT" b="1">
                <a:latin typeface="Calibri"/>
                <a:cs typeface="Calibri"/>
              </a:rPr>
              <a:t> Immagine 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753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A048EA-2267-0170-8CB9-30FA5166F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15" y="195058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it-IT" sz="3100" b="1" i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r>
              <a:rPr lang="it-IT" sz="3100">
                <a:latin typeface="Arial Narrow"/>
              </a:rPr>
              <a:t>Joker-</a:t>
            </a:r>
            <a:r>
              <a:rPr lang="it-IT" sz="3100" err="1">
                <a:latin typeface="Arial Narrow"/>
              </a:rPr>
              <a:t>Folie</a:t>
            </a:r>
            <a:r>
              <a:rPr lang="it-IT" sz="3100">
                <a:latin typeface="Arial Narrow"/>
              </a:rPr>
              <a:t> à </a:t>
            </a:r>
            <a:r>
              <a:rPr lang="it-IT" sz="3100" err="1">
                <a:latin typeface="Arial Narrow"/>
              </a:rPr>
              <a:t>Deux</a:t>
            </a:r>
            <a:r>
              <a:rPr lang="it-IT" sz="3100" i="0">
                <a:effectLst/>
                <a:latin typeface="Arial Narrow"/>
              </a:rPr>
              <a:t>: la </a:t>
            </a:r>
            <a:r>
              <a:rPr lang="it-IT" sz="3100">
                <a:latin typeface="Arial Narrow"/>
              </a:rPr>
              <a:t>trama </a:t>
            </a:r>
            <a:r>
              <a:rPr lang="it-IT" sz="3100" i="0">
                <a:effectLst/>
                <a:latin typeface="Arial Narrow"/>
              </a:rPr>
              <a:t>del film </a:t>
            </a:r>
            <a:r>
              <a:rPr lang="it-IT" sz="3100">
                <a:latin typeface="Arial Narrow"/>
              </a:rPr>
              <a:t>di Todd Philips</a:t>
            </a:r>
            <a:br>
              <a:rPr lang="it-IT" b="1" i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>
              <a:gradFill>
                <a:gsLst>
                  <a:gs pos="0">
                    <a:schemeClr val="bg1"/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B08840-4573-948E-D3AC-441F85A0B73D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bg1"/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Erano tutti Joker, una rivoluzione di mascherati pronti a cavalcare il male di vivere di un individuo,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Arthur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Fleck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invadendo le strade.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Così li avevamo lasciati, alla fine del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primo Joker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Todd Phillips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esploso in mano anche a lui e diventato inatteso trionfo di critica oltre che di pubblico, con undici candidature all’Oscar, un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Leone d’oro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e la trasformazione dello scaltro autore di commedie alla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Una notte da leoni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in un front runner da festival e stagione dei premi. 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Ovviamente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l’interpretazione di quel talentaccio di 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Joaquin Phoenix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 aveva aiutato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capace di rappresentare la sequela di drammi infantili e trasformarle in smorfie rabbiose, al sapore di sorrisi da folle, in età adulta.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A proposito di follie, qui le fanno in due, visto che la caratteristica principale di 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Joker: Folie à deux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 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è che dalla dilatazione nelle strade della sua follia, questa volta si torna a rinchiuderla dove forse sarebbe meglio contenerla, in carcere, e sottoposta a processo.</a:t>
            </a:r>
            <a:endParaRPr lang="it-IT" sz="140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500"/>
              <a:t>.</a:t>
            </a:r>
            <a:endParaRPr lang="it-IT" sz="15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9743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  <a:cs typeface="Calibri"/>
              </a:rPr>
              <a:t>Trama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</a:t>
            </a:r>
            <a:r>
              <a:rPr lang="it-IT" b="1">
                <a:latin typeface="Calibri"/>
                <a:cs typeface="Calibri"/>
              </a:rPr>
              <a:t>Testo descrizione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176644" y="1047164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</a:t>
            </a:r>
            <a:r>
              <a:rPr lang="it-IT" b="1">
                <a:latin typeface="Calibri"/>
                <a:cs typeface="Calibri"/>
              </a:rPr>
              <a:t>     Titolo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sz="1600" b="1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2" name="Immagine 1" descr="Immagine che contiene vestiti, persona, Viso umano, Auricolari&#10;&#10;Descrizione generata automaticamente">
            <a:extLst>
              <a:ext uri="{FF2B5EF4-FFF2-40B4-BE49-F238E27FC236}">
                <a16:creationId xmlns:a16="http://schemas.microsoft.com/office/drawing/2014/main" id="{4E706EAA-3D8C-B680-6B11-E7FF65A2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181" y="2462004"/>
            <a:ext cx="6096000" cy="34330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6485D41-0066-2026-BDB5-D65BE1145A6A}"/>
              </a:ext>
            </a:extLst>
          </p:cNvPr>
          <p:cNvSpPr txBox="1"/>
          <p:nvPr/>
        </p:nvSpPr>
        <p:spPr>
          <a:xfrm>
            <a:off x="3047978" y="1999039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b="1">
                <a:latin typeface="Calibri"/>
                <a:cs typeface="Calibri"/>
              </a:rPr>
              <a:t>Immagine 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8064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96DF56-913D-7BA8-904F-256528AC2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it-IT" sz="3100" i="0">
                <a:effectLst/>
                <a:latin typeface="Arial Narrow" panose="020B0606020202030204" pitchFamily="34" charset="0"/>
              </a:rPr>
            </a:br>
            <a:r>
              <a:rPr lang="it-IT" sz="3100" i="0">
                <a:solidFill>
                  <a:srgbClr val="333333"/>
                </a:solidFill>
                <a:effectLst/>
                <a:latin typeface="Arial Narrow"/>
              </a:rPr>
              <a:t>   </a:t>
            </a:r>
            <a:r>
              <a:rPr lang="it-IT" sz="3100">
                <a:solidFill>
                  <a:srgbClr val="333333"/>
                </a:solidFill>
                <a:latin typeface="Arial Narrow"/>
              </a:rPr>
              <a:t>Making Of</a:t>
            </a:r>
            <a:r>
              <a:rPr lang="it-IT" sz="3100" i="0">
                <a:solidFill>
                  <a:srgbClr val="333333"/>
                </a:solidFill>
                <a:effectLst/>
                <a:latin typeface="Arial Narrow"/>
              </a:rPr>
              <a:t>: la </a:t>
            </a:r>
            <a:r>
              <a:rPr lang="it-IT" sz="3100">
                <a:solidFill>
                  <a:srgbClr val="333333"/>
                </a:solidFill>
                <a:latin typeface="Arial Narrow"/>
              </a:rPr>
              <a:t>trama </a:t>
            </a:r>
            <a:r>
              <a:rPr lang="it-IT" sz="3100" i="0">
                <a:solidFill>
                  <a:srgbClr val="333333"/>
                </a:solidFill>
                <a:effectLst/>
                <a:latin typeface="Arial Narrow"/>
              </a:rPr>
              <a:t>del film di </a:t>
            </a:r>
            <a:r>
              <a:rPr lang="it-IT" sz="3100">
                <a:solidFill>
                  <a:srgbClr val="333333"/>
                </a:solidFill>
                <a:latin typeface="Arial Narrow"/>
              </a:rPr>
              <a:t>Denis </a:t>
            </a:r>
            <a:r>
              <a:rPr lang="it-IT" sz="3100" err="1">
                <a:solidFill>
                  <a:srgbClr val="333333"/>
                </a:solidFill>
                <a:latin typeface="Arial Narrow"/>
              </a:rPr>
              <a:t>Podalydès</a:t>
            </a:r>
            <a:br>
              <a:rPr lang="it-IT" b="1" i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br>
              <a:rPr lang="it-IT" b="1" i="0">
                <a:effectLst/>
                <a:highlight>
                  <a:srgbClr val="FFFFFF"/>
                </a:highlight>
                <a:latin typeface="Arial Narrow" panose="020B0606020202030204" pitchFamily="34" charset="0"/>
              </a:rPr>
            </a:b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Il protagonista di 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Making Of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è Simon 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Denis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Podalydès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), un regista che è riuscito ad avviare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un film al quale tiene molto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: narra la vicenda di alcuni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operai che diventano proprietari della propria fabbrica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Sventuratamente le condizioni nelle quali il film viene realizzato non sono ottimali: un attore primadonna 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Jonathan Cohen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 non è molto controllabile, Simon stesso è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in crisi con la moglie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la troupe è arrogante, alcuni finanziatori si tirano indietro. A salvare la motivazione di Simon c'è la presenza del giovane Joseph (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Stefan 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Crepon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), incaricato di girare un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backstage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di tutta la lavorazione: un testimone al margine (o quasi, visto che è innamorato dell'attrice coprotagonista Nadia), ma anche il depositario di quell'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entusiasmo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che Simon potrebbe riuscire a recuperare. In nome del cinema, in una fusione della realtà con la finzione. Presentato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FuorI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 Concorso al Festival di Venezia 2023, Making Of arriva in Italia distribuito da I Wonder Pictures.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488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  <a:cs typeface="Calibri"/>
              </a:rPr>
              <a:t>Trama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</a:t>
            </a:r>
            <a:r>
              <a:rPr lang="it-IT" sz="2000" b="1">
                <a:latin typeface="Calibri"/>
                <a:cs typeface="Calibri"/>
              </a:rPr>
              <a:t>      </a:t>
            </a:r>
            <a:r>
              <a:rPr lang="it-IT" b="1">
                <a:latin typeface="Calibri"/>
                <a:cs typeface="Calibri"/>
              </a:rPr>
              <a:t>Testo descrizione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err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276578" y="103467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</a:t>
            </a:r>
            <a:r>
              <a:rPr lang="it-IT" sz="2000" b="1">
                <a:latin typeface="Calibri"/>
                <a:cs typeface="Calibri"/>
              </a:rPr>
              <a:t>   </a:t>
            </a:r>
            <a:r>
              <a:rPr lang="it-IT" b="1">
                <a:latin typeface="Calibri"/>
                <a:cs typeface="Calibri"/>
              </a:rPr>
              <a:t>   Titolo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sz="1600" b="1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5" name="Immagine 4" descr="Immagine che contiene vestiti, persona, muro, Viso umano&#10;&#10;Descrizione generata automaticamente">
            <a:extLst>
              <a:ext uri="{FF2B5EF4-FFF2-40B4-BE49-F238E27FC236}">
                <a16:creationId xmlns:a16="http://schemas.microsoft.com/office/drawing/2014/main" id="{701729F3-44F5-6AA8-D308-F04F3BF78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656" y="2518217"/>
            <a:ext cx="6096000" cy="34330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129FB6C-208B-411C-BF4C-78A2975D5DB7}"/>
              </a:ext>
            </a:extLst>
          </p:cNvPr>
          <p:cNvSpPr txBox="1"/>
          <p:nvPr/>
        </p:nvSpPr>
        <p:spPr>
          <a:xfrm>
            <a:off x="3272830" y="205525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</a:t>
            </a:r>
            <a:r>
              <a:rPr lang="it-IT" sz="2000" b="1">
                <a:latin typeface="Calibri"/>
                <a:cs typeface="Calibri"/>
              </a:rPr>
              <a:t>   </a:t>
            </a:r>
            <a:r>
              <a:rPr lang="it-IT" b="1">
                <a:latin typeface="Calibri"/>
                <a:cs typeface="Calibri"/>
              </a:rPr>
              <a:t>  Immagine 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1342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80FEAC-6458-E46F-84CD-CAD37F97C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514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>
                <a:latin typeface="Arial Narrow"/>
              </a:rPr>
              <a:t> Maria Montessori –La Nouvelle Femme: la trama del film di </a:t>
            </a:r>
            <a:r>
              <a:rPr lang="it-IT" sz="2800" err="1">
                <a:latin typeface="Arial Narrow"/>
              </a:rPr>
              <a:t>Lèa</a:t>
            </a:r>
            <a:r>
              <a:rPr lang="it-IT" sz="2800">
                <a:latin typeface="Arial Narrow"/>
              </a:rPr>
              <a:t> </a:t>
            </a:r>
            <a:r>
              <a:rPr lang="it-IT" sz="2800" err="1">
                <a:latin typeface="Arial Narrow"/>
              </a:rPr>
              <a:t>Todorov</a:t>
            </a:r>
            <a:endParaRPr lang="it-IT" sz="2800" err="1">
              <a:latin typeface="Arial Narrow"/>
              <a:cs typeface="Calibri Light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EA0544-A691-1C40-B0E1-5D778A83F91D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Maria Montessori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film diretto da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Léa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400" err="1">
                <a:solidFill>
                  <a:srgbClr val="333333"/>
                </a:solidFill>
                <a:latin typeface="Calibri"/>
                <a:cs typeface="Arial"/>
              </a:rPr>
              <a:t>Todorov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è ambientato nel Novecento e racconta la storia di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 Lili d'</a:t>
            </a: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Aengy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 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(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Leila Bekhti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 una cocotte parigina che decide di fuggire da Parigi per proteggere la sua reputazione. La donna, infatti, si rende conto che sua figlia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Tina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(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Rafaëlle Sonneville-Caby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 ha un disturbo dell'apprendimento e, prima che venga scoperto e possa ledere alla sua vita mondana, si rifugia a Roma per nasconderla.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Una volta giunta nella Capitale italiana, la vita di Lili viene sconvolta dall'incontro con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Maria Montessori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 (</a:t>
            </a:r>
            <a:r>
              <a:rPr lang="it-IT" sz="1400" b="1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Jasmine Trinca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), che ha ideato un metodo rivoluzionario per i bambini con difficoltà di apprendimento. 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Lili, però, ignora che la stessa Maria nasconde un segreto, ossia un figlio nato al di fuori del matrimonio. Le due donne, seppur molto diverse, l'una dall'altra, si aiuteranno a vicenda per trovare e conquistare il loro posto nel mondo: una per rivalutare la propria vita e le proprie relazioni familiari, l'altra per fare la storia.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2760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533BA4A-56F5-4B3F-FD75-943350AC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8585" y="453486"/>
            <a:ext cx="9144000" cy="33836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  <a:cs typeface="Calibri"/>
              </a:rPr>
              <a:t>Trama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4" name="Freccia a sinistra 3">
            <a:extLst>
              <a:ext uri="{FF2B5EF4-FFF2-40B4-BE49-F238E27FC236}">
                <a16:creationId xmlns:a16="http://schemas.microsoft.com/office/drawing/2014/main" id="{852034F3-09FD-546C-DA02-FBBB9A3DD96A}"/>
              </a:ext>
            </a:extLst>
          </p:cNvPr>
          <p:cNvSpPr/>
          <p:nvPr/>
        </p:nvSpPr>
        <p:spPr>
          <a:xfrm>
            <a:off x="263950" y="548170"/>
            <a:ext cx="348792" cy="19654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18B8556-43AD-E3F2-868C-82947F9B2B93}"/>
              </a:ext>
            </a:extLst>
          </p:cNvPr>
          <p:cNvSpPr txBox="1"/>
          <p:nvPr/>
        </p:nvSpPr>
        <p:spPr>
          <a:xfrm>
            <a:off x="3276579" y="605013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</a:t>
            </a:r>
            <a:r>
              <a:rPr lang="it-IT" sz="2000" b="1">
                <a:latin typeface="Calibri"/>
                <a:cs typeface="Calibri"/>
              </a:rPr>
              <a:t> </a:t>
            </a:r>
            <a:r>
              <a:rPr lang="it-IT" b="1">
                <a:latin typeface="Calibri"/>
                <a:cs typeface="Calibri"/>
              </a:rPr>
              <a:t>Testo descrizione 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584AC42-41EF-0342-B7DD-6E79D0192EC6}"/>
              </a:ext>
            </a:extLst>
          </p:cNvPr>
          <p:cNvSpPr txBox="1"/>
          <p:nvPr/>
        </p:nvSpPr>
        <p:spPr>
          <a:xfrm>
            <a:off x="3276578" y="1034672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</a:t>
            </a:r>
            <a:r>
              <a:rPr lang="it-IT" sz="2000" b="1">
                <a:latin typeface="Calibri"/>
                <a:cs typeface="Calibri"/>
              </a:rPr>
              <a:t> </a:t>
            </a:r>
            <a:r>
              <a:rPr lang="it-IT" b="1">
                <a:latin typeface="Calibri"/>
                <a:cs typeface="Calibri"/>
              </a:rPr>
              <a:t>Titolo trama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1400" b="1">
              <a:latin typeface="Calibri"/>
              <a:cs typeface="Calibri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5F7D63-2887-F777-47C9-D5BE400E8839}"/>
              </a:ext>
            </a:extLst>
          </p:cNvPr>
          <p:cNvSpPr txBox="1"/>
          <p:nvPr/>
        </p:nvSpPr>
        <p:spPr>
          <a:xfrm>
            <a:off x="909380" y="97787"/>
            <a:ext cx="108609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  </a:t>
            </a:r>
            <a:r>
              <a:rPr lang="it-IT" sz="1600" b="1">
                <a:solidFill>
                  <a:srgbClr val="FF0000"/>
                </a:solidFill>
                <a:latin typeface="Calibri"/>
                <a:cs typeface="Calibri"/>
              </a:rPr>
              <a:t>Home</a:t>
            </a:r>
          </a:p>
        </p:txBody>
      </p:sp>
      <p:pic>
        <p:nvPicPr>
          <p:cNvPr id="2" name="Immagine 1" descr="Immagine che contiene Viso umano, vestiti, persona, Barba umana&#10;&#10;Descrizione generata automaticamente">
            <a:extLst>
              <a:ext uri="{FF2B5EF4-FFF2-40B4-BE49-F238E27FC236}">
                <a16:creationId xmlns:a16="http://schemas.microsoft.com/office/drawing/2014/main" id="{3A32A1DF-EE78-8E95-7EC3-E40E6201F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049" y="2524462"/>
            <a:ext cx="6096000" cy="343301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D5FC0A5-A8D0-E2AC-2ABE-2ED5FCD988FB}"/>
              </a:ext>
            </a:extLst>
          </p:cNvPr>
          <p:cNvSpPr txBox="1"/>
          <p:nvPr/>
        </p:nvSpPr>
        <p:spPr>
          <a:xfrm>
            <a:off x="3272830" y="2061498"/>
            <a:ext cx="445887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400" b="1">
                <a:latin typeface="Calibri"/>
                <a:cs typeface="Calibri"/>
              </a:rPr>
              <a:t>           </a:t>
            </a:r>
            <a:r>
              <a:rPr lang="it-IT" b="1">
                <a:latin typeface="Calibri"/>
                <a:cs typeface="Calibri"/>
              </a:rPr>
              <a:t>  Immagine trama</a:t>
            </a:r>
            <a:r>
              <a:rPr lang="it-IT" sz="2400" b="1">
                <a:latin typeface="Calibri"/>
                <a:cs typeface="Calibri"/>
              </a:rPr>
              <a:t> </a:t>
            </a:r>
            <a:r>
              <a:rPr lang="it-IT" sz="1400" b="1" err="1">
                <a:latin typeface="Calibri"/>
                <a:cs typeface="Calibri"/>
              </a:rPr>
              <a:t>json</a:t>
            </a:r>
            <a:endParaRPr lang="it-IT" sz="2400" b="1" err="1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0719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457717-E2DC-EC8D-8295-5F83F444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2800" err="1">
                <a:latin typeface="Arial Narrow"/>
              </a:rPr>
              <a:t>Familia</a:t>
            </a:r>
            <a:r>
              <a:rPr lang="it-IT" sz="2800">
                <a:latin typeface="Arial Narrow"/>
              </a:rPr>
              <a:t>: la trama del film di Francesco Costabile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81AF27-967C-170D-1067-F606A88C164A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400" b="1" err="1">
                <a:solidFill>
                  <a:srgbClr val="333333"/>
                </a:solidFill>
                <a:latin typeface="Calibri"/>
                <a:cs typeface="Arial"/>
              </a:rPr>
              <a:t>Familia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, il film diretto da Francesco Costabile, racconta la storia di </a:t>
            </a:r>
            <a:r>
              <a:rPr lang="it-IT" sz="1400" b="1">
                <a:solidFill>
                  <a:srgbClr val="333333"/>
                </a:solidFill>
                <a:latin typeface="Calibri"/>
                <a:cs typeface="Arial"/>
              </a:rPr>
              <a:t>Luigi Celeste</a:t>
            </a: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400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pPr marL="0" indent="0">
              <a:buNone/>
            </a:pP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Luigi ha vent’anni e vive con sua madre Licia e suo fratello Alessandro, i tre sono uniti da un legame profondo. Sono quasi dieci anni che nessuno di loro vede Franco, compagno e padre, che ha reso l’infanzia dei due ragazzi e la giovinezza di Licia un ricordo fatto di paura e prevaricazione.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Luigi vive la strada e, alla ricerca di un senso di appartenenza e di identità, si unisce a un gruppo di estrema destra dove respira ancora rabbia e sopraffazione.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Un giorno Franco torna, rivuole i suoi figli, rivuole la sua famiglia, ma è un uomo che avvelena tutto ciò che tocca e rende chi ama prigioniero della sua ombra.</a:t>
            </a:r>
            <a:endParaRPr lang="it-IT" sz="14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br>
              <a:rPr lang="it-IT" sz="1400">
                <a:latin typeface="Calibri"/>
                <a:cs typeface="Arial"/>
              </a:rPr>
            </a:br>
            <a:r>
              <a:rPr lang="it-IT" sz="1400">
                <a:solidFill>
                  <a:srgbClr val="333333"/>
                </a:solidFill>
                <a:latin typeface="Calibri"/>
                <a:cs typeface="Arial"/>
              </a:rPr>
              <a:t>Quella di Luigi e della sua famiglia è una storia che arriva al fondo dell'abisso per compiere un percorso di rinascita, costi quel che costi.</a:t>
            </a:r>
            <a:endParaRPr lang="it-IT" sz="1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1518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122" y="604314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4947810" y="171556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Scorsa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solidFill>
                  <a:schemeClr val="accent2"/>
                </a:solidFill>
              </a:rPr>
              <a:t>Questa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62863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459637" y="3626325"/>
            <a:ext cx="1962933" cy="288091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Mint Pictures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Genere:Documentario</a:t>
            </a:r>
            <a:endParaRPr lang="it-IT" sz="1400">
              <a:cs typeface="Calibri"/>
            </a:endParaRPr>
          </a:p>
          <a:p>
            <a:pPr algn="ctr"/>
            <a:r>
              <a:rPr lang="it-IT" sz="1400"/>
              <a:t>Anno:2016</a:t>
            </a:r>
            <a:br>
              <a:rPr lang="it-IT" sz="1400"/>
            </a:br>
            <a:r>
              <a:rPr lang="it-IT" sz="1400"/>
              <a:t>Uscita:16/09/2024</a:t>
            </a:r>
            <a:br>
              <a:rPr lang="it-IT" sz="1400"/>
            </a:br>
            <a:r>
              <a:rPr lang="it-IT" sz="1400"/>
              <a:t>Regia: </a:t>
            </a:r>
            <a:r>
              <a:rPr lang="it-IT" sz="1400" err="1"/>
              <a:t>Mat</a:t>
            </a:r>
            <a:r>
              <a:rPr lang="it-IT" sz="1400"/>
              <a:t> </a:t>
            </a:r>
            <a:r>
              <a:rPr lang="it-IT" sz="1400" err="1"/>
              <a:t>Whitecross</a:t>
            </a:r>
            <a:endParaRPr lang="it-IT" sz="1400" err="1"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225830" y="3626324"/>
            <a:ext cx="2005267" cy="28995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HYBE</a:t>
            </a:r>
            <a:br>
              <a:rPr lang="it-IT" sz="1400"/>
            </a:br>
            <a:r>
              <a:rPr lang="it-IT" sz="1400"/>
              <a:t>     </a:t>
            </a:r>
            <a:r>
              <a:rPr lang="it-IT" sz="1400" err="1"/>
              <a:t>Genere:Drammatico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Uscita:18/09/2024</a:t>
            </a:r>
            <a:br>
              <a:rPr lang="it-IT" sz="1400"/>
            </a:br>
            <a:r>
              <a:rPr lang="it-IT" sz="1400"/>
              <a:t>Regia: </a:t>
            </a:r>
            <a:r>
              <a:rPr lang="it-IT" sz="1400" err="1"/>
              <a:t>Jun-Soo</a:t>
            </a:r>
            <a:r>
              <a:rPr lang="it-IT" sz="1400"/>
              <a:t> Park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AECBAAC-86F6-396E-D482-678E035C0EE0}"/>
              </a:ext>
            </a:extLst>
          </p:cNvPr>
          <p:cNvSpPr/>
          <p:nvPr/>
        </p:nvSpPr>
        <p:spPr>
          <a:xfrm>
            <a:off x="307434" y="209796"/>
            <a:ext cx="3809599" cy="11288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</a:rPr>
              <a:t>Al Click del periodo di uscita visualizzo immagine e informazione dei film del periodo di uscita avendo la label evidenziata come mostrato nella slide</a:t>
            </a:r>
          </a:p>
        </p:txBody>
      </p:sp>
      <p:pic>
        <p:nvPicPr>
          <p:cNvPr id="2" name="Immagine 1" descr="Immagine che contiene testo, Viso umano, poster, uomo&#10;&#10;Descrizione generata automaticamente">
            <a:extLst>
              <a:ext uri="{FF2B5EF4-FFF2-40B4-BE49-F238E27FC236}">
                <a16:creationId xmlns:a16="http://schemas.microsoft.com/office/drawing/2014/main" id="{C8E502D7-B6FB-C74A-4E35-65CE9CB32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12" y="3656189"/>
            <a:ext cx="1956153" cy="2840567"/>
          </a:xfrm>
          <a:prstGeom prst="rect">
            <a:avLst/>
          </a:prstGeom>
        </p:spPr>
      </p:pic>
      <p:pic>
        <p:nvPicPr>
          <p:cNvPr id="10" name="Immagine 9" descr="Immagine che contiene testo, Viso umano, uomo, persona&#10;&#10;Descrizione generata automaticamente">
            <a:extLst>
              <a:ext uri="{FF2B5EF4-FFF2-40B4-BE49-F238E27FC236}">
                <a16:creationId xmlns:a16="http://schemas.microsoft.com/office/drawing/2014/main" id="{CFF4F5C5-98A9-BCF9-08D5-534A2795F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423" y="3627967"/>
            <a:ext cx="1970264" cy="288290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B657E39-1A65-CD75-05FC-BAD16B2DA501}"/>
              </a:ext>
            </a:extLst>
          </p:cNvPr>
          <p:cNvSpPr txBox="1"/>
          <p:nvPr/>
        </p:nvSpPr>
        <p:spPr>
          <a:xfrm>
            <a:off x="8165721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Scegli periodo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F469064-D2FA-FB3D-605B-3EFA1FF2E663}"/>
              </a:ext>
            </a:extLst>
          </p:cNvPr>
          <p:cNvSpPr txBox="1"/>
          <p:nvPr/>
        </p:nvSpPr>
        <p:spPr>
          <a:xfrm>
            <a:off x="8165721" y="2628158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Tra 3 settimane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06BA222-F30E-1F93-A46E-C311F90767A1}"/>
              </a:ext>
            </a:extLst>
          </p:cNvPr>
          <p:cNvSpPr txBox="1"/>
          <p:nvPr/>
        </p:nvSpPr>
        <p:spPr>
          <a:xfrm>
            <a:off x="624590" y="3260361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1DA069B-0727-45ED-E39B-BB6A8576B6D5}"/>
              </a:ext>
            </a:extLst>
          </p:cNvPr>
          <p:cNvSpPr txBox="1"/>
          <p:nvPr/>
        </p:nvSpPr>
        <p:spPr>
          <a:xfrm>
            <a:off x="3460229" y="3254114"/>
            <a:ext cx="206239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 panose="020F0502020204030204"/>
              </a:rPr>
              <a:t>json</a:t>
            </a:r>
            <a:endParaRPr lang="it-IT" sz="1400">
              <a:cs typeface="Calibri" panose="020F0502020204030204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C9354F0-3C9A-5899-A0AC-9FE99CD0FB2E}"/>
              </a:ext>
            </a:extLst>
          </p:cNvPr>
          <p:cNvSpPr txBox="1"/>
          <p:nvPr/>
        </p:nvSpPr>
        <p:spPr>
          <a:xfrm>
            <a:off x="6452016" y="3241623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3E58271-4DE3-D90D-AEEC-0B6203AB4E0E}"/>
              </a:ext>
            </a:extLst>
          </p:cNvPr>
          <p:cNvSpPr txBox="1"/>
          <p:nvPr/>
        </p:nvSpPr>
        <p:spPr>
          <a:xfrm>
            <a:off x="9225196" y="3241623"/>
            <a:ext cx="206239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</a:t>
            </a:r>
            <a:r>
              <a:rPr lang="it-IT" sz="1400">
                <a:cs typeface="Calibri"/>
              </a:rPr>
              <a:t> 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onnettore 18">
            <a:extLst>
              <a:ext uri="{FF2B5EF4-FFF2-40B4-BE49-F238E27FC236}">
                <a16:creationId xmlns:a16="http://schemas.microsoft.com/office/drawing/2014/main" id="{0295A03C-E402-7888-9F29-D7C9B8A7E8E0}"/>
              </a:ext>
            </a:extLst>
          </p:cNvPr>
          <p:cNvSpPr/>
          <p:nvPr/>
        </p:nvSpPr>
        <p:spPr>
          <a:xfrm>
            <a:off x="11423855" y="510048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31404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6368" y="448166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93790" y="1729724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solidFill>
                  <a:schemeClr val="accent2"/>
                </a:solidFill>
              </a:rPr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177535" y="3605538"/>
            <a:ext cx="2073901" cy="27951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Geko </a:t>
            </a:r>
            <a:r>
              <a:rPr lang="it-IT" sz="1600" b="1" err="1">
                <a:solidFill>
                  <a:schemeClr val="accent2"/>
                </a:solidFill>
              </a:rPr>
              <a:t>Films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Genere:Drammatico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Uscita:26/09/2024</a:t>
            </a:r>
            <a:br>
              <a:rPr lang="it-IT" sz="1400"/>
            </a:br>
            <a:r>
              <a:rPr lang="it-IT" sz="1400"/>
              <a:t>Regia: </a:t>
            </a:r>
            <a:r>
              <a:rPr lang="it-IT" sz="1400" err="1"/>
              <a:t>Lèa</a:t>
            </a:r>
            <a:r>
              <a:rPr lang="it-IT" sz="1400"/>
              <a:t> </a:t>
            </a:r>
            <a:r>
              <a:rPr lang="it-IT" sz="1400" err="1"/>
              <a:t>Todorov</a:t>
            </a:r>
            <a:endParaRPr lang="it-IT" sz="1400">
              <a:cs typeface="Calibri"/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190552" y="3563205"/>
            <a:ext cx="2072366" cy="28426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 err="1">
                <a:solidFill>
                  <a:schemeClr val="accent2"/>
                </a:solidFill>
              </a:rPr>
              <a:t>Lionsgate</a:t>
            </a:r>
            <a:r>
              <a:rPr lang="it-IT" sz="1600" b="1">
                <a:solidFill>
                  <a:schemeClr val="accent2"/>
                </a:solidFill>
              </a:rPr>
              <a:t> </a:t>
            </a:r>
            <a:r>
              <a:rPr lang="it-IT" sz="1600" b="1" err="1">
                <a:solidFill>
                  <a:schemeClr val="accent2"/>
                </a:solidFill>
              </a:rPr>
              <a:t>Films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Genere:Drammatico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Uscita:26/09/2024</a:t>
            </a:r>
            <a:br>
              <a:rPr lang="it-IT" sz="1400"/>
            </a:br>
            <a:r>
              <a:rPr lang="it-IT" sz="1400"/>
              <a:t>Regia: Alexandre Aja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5F2B032-8968-0160-9BF8-538448B74BA9}"/>
              </a:ext>
            </a:extLst>
          </p:cNvPr>
          <p:cNvSpPr/>
          <p:nvPr/>
        </p:nvSpPr>
        <p:spPr>
          <a:xfrm>
            <a:off x="183060" y="120087"/>
            <a:ext cx="3553484" cy="13357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/>
          </a:p>
        </p:txBody>
      </p:sp>
      <p:pic>
        <p:nvPicPr>
          <p:cNvPr id="9" name="Immagine 8" descr="Immagine che contiene testo, vestiti, persona, Viso umano&#10;&#10;Descrizione generata automaticamente">
            <a:extLst>
              <a:ext uri="{FF2B5EF4-FFF2-40B4-BE49-F238E27FC236}">
                <a16:creationId xmlns:a16="http://schemas.microsoft.com/office/drawing/2014/main" id="{16220A8F-7CA9-43C2-3767-A7DFF0F58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36" y="3627967"/>
            <a:ext cx="2033764" cy="2777068"/>
          </a:xfrm>
          <a:prstGeom prst="rect">
            <a:avLst/>
          </a:prstGeom>
        </p:spPr>
      </p:pic>
      <p:pic>
        <p:nvPicPr>
          <p:cNvPr id="10" name="Immagine 9" descr="Immagine che contiene testo, poster, Copertina del libro, romanzo&#10;&#10;Descrizione generata automaticamente">
            <a:extLst>
              <a:ext uri="{FF2B5EF4-FFF2-40B4-BE49-F238E27FC236}">
                <a16:creationId xmlns:a16="http://schemas.microsoft.com/office/drawing/2014/main" id="{8E7E4B49-0D9F-BE02-6A0C-DF2CF02CD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479" y="3564466"/>
            <a:ext cx="2061987" cy="283351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0C6956C-ACF7-508B-9522-3B91AC72431F}"/>
              </a:ext>
            </a:extLst>
          </p:cNvPr>
          <p:cNvSpPr txBox="1"/>
          <p:nvPr/>
        </p:nvSpPr>
        <p:spPr>
          <a:xfrm>
            <a:off x="8412666" y="173210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Scegli periodo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96F8790-AB24-4175-58D7-FCBD50A96C63}"/>
              </a:ext>
            </a:extLst>
          </p:cNvPr>
          <p:cNvSpPr txBox="1"/>
          <p:nvPr/>
        </p:nvSpPr>
        <p:spPr>
          <a:xfrm>
            <a:off x="8268267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  Tra 3 settimane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C86FC78-98F3-2105-FF67-FB7D5CE4429D}"/>
              </a:ext>
            </a:extLst>
          </p:cNvPr>
          <p:cNvSpPr txBox="1"/>
          <p:nvPr/>
        </p:nvSpPr>
        <p:spPr>
          <a:xfrm>
            <a:off x="530902" y="3279099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7C300E3-9985-B428-725E-130C599AFADF}"/>
              </a:ext>
            </a:extLst>
          </p:cNvPr>
          <p:cNvSpPr txBox="1"/>
          <p:nvPr/>
        </p:nvSpPr>
        <p:spPr>
          <a:xfrm>
            <a:off x="3179164" y="3210394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A7A41F3-1D0C-9570-FC67-89E61C6D5F83}"/>
              </a:ext>
            </a:extLst>
          </p:cNvPr>
          <p:cNvSpPr txBox="1"/>
          <p:nvPr/>
        </p:nvSpPr>
        <p:spPr>
          <a:xfrm>
            <a:off x="6202180" y="3104213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0AD5378-3F68-3B57-73EA-39A73540BE6F}"/>
              </a:ext>
            </a:extLst>
          </p:cNvPr>
          <p:cNvSpPr txBox="1"/>
          <p:nvPr/>
        </p:nvSpPr>
        <p:spPr>
          <a:xfrm>
            <a:off x="9200213" y="3210394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6" name="Connettore 15">
            <a:extLst>
              <a:ext uri="{FF2B5EF4-FFF2-40B4-BE49-F238E27FC236}">
                <a16:creationId xmlns:a16="http://schemas.microsoft.com/office/drawing/2014/main" id="{276DD7D5-6CC2-453F-F327-AF4498B14BF0}"/>
              </a:ext>
            </a:extLst>
          </p:cNvPr>
          <p:cNvSpPr/>
          <p:nvPr/>
        </p:nvSpPr>
        <p:spPr>
          <a:xfrm>
            <a:off x="11362403" y="350273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82089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122" y="385707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solidFill>
                  <a:schemeClr val="accent2"/>
                </a:solidFill>
              </a:rPr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27588" y="2553521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198859" y="3666751"/>
            <a:ext cx="2085563" cy="284510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Medusa Film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Genere:Drammatico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Uscita:02/10/2024</a:t>
            </a:r>
            <a:br>
              <a:rPr lang="it-IT" sz="1400"/>
            </a:br>
            <a:r>
              <a:rPr lang="it-IT" sz="1400"/>
              <a:t>Regia: Francesco Costabile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190552" y="3570051"/>
            <a:ext cx="2092618" cy="299105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Warner Bros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Genere:Azione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Uscita:02/10/2024</a:t>
            </a:r>
            <a:br>
              <a:rPr lang="it-IT" sz="1400"/>
            </a:br>
            <a:r>
              <a:rPr lang="it-IT" sz="1400"/>
              <a:t>Regia: Todd Philips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DBAE302-3D9E-8E43-CC23-43B43D4070A3}"/>
              </a:ext>
            </a:extLst>
          </p:cNvPr>
          <p:cNvSpPr/>
          <p:nvPr/>
        </p:nvSpPr>
        <p:spPr>
          <a:xfrm>
            <a:off x="242762" y="209995"/>
            <a:ext cx="4139267" cy="12360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/>
          </a:p>
        </p:txBody>
      </p:sp>
      <p:pic>
        <p:nvPicPr>
          <p:cNvPr id="10" name="Immagine 9" descr="Immagine che contiene testo, ciglio, organo, occhi&#10;&#10;Descrizione generata automaticamente">
            <a:extLst>
              <a:ext uri="{FF2B5EF4-FFF2-40B4-BE49-F238E27FC236}">
                <a16:creationId xmlns:a16="http://schemas.microsoft.com/office/drawing/2014/main" id="{29FBCC75-78F4-3FC5-DF56-BEA3B693E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8" y="3656189"/>
            <a:ext cx="1991431" cy="2861734"/>
          </a:xfrm>
          <a:prstGeom prst="rect">
            <a:avLst/>
          </a:prstGeom>
        </p:spPr>
      </p:pic>
      <p:pic>
        <p:nvPicPr>
          <p:cNvPr id="11" name="Immagine 10" descr="Immagine che contiene testo, Viso umano, poster, schermata&#10;&#10;Descrizione generata automaticamente">
            <a:extLst>
              <a:ext uri="{FF2B5EF4-FFF2-40B4-BE49-F238E27FC236}">
                <a16:creationId xmlns:a16="http://schemas.microsoft.com/office/drawing/2014/main" id="{8441875C-13E7-2684-2789-2CBA8930A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63244"/>
            <a:ext cx="2083153" cy="287584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35BCB29-3419-F55F-FEE7-3FFA0475E1DC}"/>
              </a:ext>
            </a:extLst>
          </p:cNvPr>
          <p:cNvSpPr txBox="1"/>
          <p:nvPr/>
        </p:nvSpPr>
        <p:spPr>
          <a:xfrm>
            <a:off x="7918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Scegli Periodo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3C051C0-9BB8-D240-9078-EA7E4568FCBB}"/>
              </a:ext>
            </a:extLst>
          </p:cNvPr>
          <p:cNvSpPr txBox="1"/>
          <p:nvPr/>
        </p:nvSpPr>
        <p:spPr>
          <a:xfrm>
            <a:off x="7918777" y="2628158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Tra 3 settimane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0EC492E-F778-4D92-84B4-1429C912405D}"/>
              </a:ext>
            </a:extLst>
          </p:cNvPr>
          <p:cNvSpPr txBox="1"/>
          <p:nvPr/>
        </p:nvSpPr>
        <p:spPr>
          <a:xfrm>
            <a:off x="624590" y="3260361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0C3581B-D62D-FB67-A5AE-B05423B57CF2}"/>
              </a:ext>
            </a:extLst>
          </p:cNvPr>
          <p:cNvSpPr txBox="1"/>
          <p:nvPr/>
        </p:nvSpPr>
        <p:spPr>
          <a:xfrm>
            <a:off x="6317105" y="3212892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1F8D568-0B41-3D9B-6B6C-566C95EAA614}"/>
              </a:ext>
            </a:extLst>
          </p:cNvPr>
          <p:cNvSpPr txBox="1"/>
          <p:nvPr/>
        </p:nvSpPr>
        <p:spPr>
          <a:xfrm>
            <a:off x="3200400" y="3212892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1A4C58D-2D33-68F4-E501-5EA40560A9FB}"/>
              </a:ext>
            </a:extLst>
          </p:cNvPr>
          <p:cNvSpPr txBox="1"/>
          <p:nvPr/>
        </p:nvSpPr>
        <p:spPr>
          <a:xfrm>
            <a:off x="9219776" y="3212446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6" name="Connettore 15">
            <a:extLst>
              <a:ext uri="{FF2B5EF4-FFF2-40B4-BE49-F238E27FC236}">
                <a16:creationId xmlns:a16="http://schemas.microsoft.com/office/drawing/2014/main" id="{3591E8B0-57F0-F43B-76AE-97057307EC05}"/>
              </a:ext>
            </a:extLst>
          </p:cNvPr>
          <p:cNvSpPr/>
          <p:nvPr/>
        </p:nvSpPr>
        <p:spPr>
          <a:xfrm>
            <a:off x="11282516" y="387144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35578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7565" y="279527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>
                <a:solidFill>
                  <a:schemeClr val="accent2"/>
                </a:solidFill>
              </a:rPr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>
                <a:solidFill>
                  <a:schemeClr val="accent2"/>
                </a:solidFill>
              </a:rPr>
              <a:t>PIC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Genere:Horror</a:t>
            </a:r>
            <a:br>
              <a:rPr lang="it-IT" sz="1400"/>
            </a:br>
            <a:r>
              <a:rPr lang="it-IT" sz="1400"/>
              <a:t>Anno:1980</a:t>
            </a:r>
            <a:br>
              <a:rPr lang="it-IT" sz="1400"/>
            </a:br>
            <a:r>
              <a:rPr lang="it-IT" sz="1400"/>
              <a:t>Uscita:07/10/2024</a:t>
            </a:r>
            <a:br>
              <a:rPr lang="it-IT" sz="1400"/>
            </a:br>
            <a:r>
              <a:rPr lang="it-IT" sz="1400"/>
              <a:t>Regia: Stanley Kubrik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01 Distribution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Genere:Drammatico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Uscita:10/10/2024</a:t>
            </a:r>
            <a:br>
              <a:rPr lang="it-IT" sz="1400"/>
            </a:br>
            <a:r>
              <a:rPr lang="it-IT" sz="1400"/>
              <a:t>Regia: Fabio Grassadonia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172471" y="169664"/>
            <a:ext cx="4127777" cy="11676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/>
          </a:p>
        </p:txBody>
      </p:sp>
      <p:pic>
        <p:nvPicPr>
          <p:cNvPr id="9" name="Immagine 8" descr="Immagine che contiene testo, poster, grafica, sciare&#10;&#10;Descrizione generata automaticamente">
            <a:extLst>
              <a:ext uri="{FF2B5EF4-FFF2-40B4-BE49-F238E27FC236}">
                <a16:creationId xmlns:a16="http://schemas.microsoft.com/office/drawing/2014/main" id="{E5F35048-99AC-5CD2-9A16-E3461574E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3684410"/>
            <a:ext cx="2054932" cy="2847624"/>
          </a:xfrm>
          <a:prstGeom prst="rect">
            <a:avLst/>
          </a:prstGeom>
        </p:spPr>
      </p:pic>
      <p:pic>
        <p:nvPicPr>
          <p:cNvPr id="10" name="Immagine 9" descr="Immagine che contiene testo, Viso umano, libro, uomo&#10;&#10;Descrizione generata automaticamente">
            <a:extLst>
              <a:ext uri="{FF2B5EF4-FFF2-40B4-BE49-F238E27FC236}">
                <a16:creationId xmlns:a16="http://schemas.microsoft.com/office/drawing/2014/main" id="{9A687099-DC6B-D39B-8C8A-D4F021DB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70301"/>
            <a:ext cx="1984375" cy="285467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1C3CFA-14CF-41BA-F85F-E44754241904}"/>
              </a:ext>
            </a:extLst>
          </p:cNvPr>
          <p:cNvSpPr txBox="1"/>
          <p:nvPr/>
        </p:nvSpPr>
        <p:spPr>
          <a:xfrm>
            <a:off x="7817177" y="169400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Scegli Periodo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BACD57-3AA4-CA18-CC97-2EEFCF8C0542}"/>
              </a:ext>
            </a:extLst>
          </p:cNvPr>
          <p:cNvSpPr txBox="1"/>
          <p:nvPr/>
        </p:nvSpPr>
        <p:spPr>
          <a:xfrm>
            <a:off x="7915955" y="2632392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Tra 3 settimane</a:t>
            </a:r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BD4FE90F-FA9C-8844-5AF6-01269DA5FCF6}"/>
              </a:ext>
            </a:extLst>
          </p:cNvPr>
          <p:cNvSpPr txBox="1"/>
          <p:nvPr/>
        </p:nvSpPr>
        <p:spPr>
          <a:xfrm>
            <a:off x="399738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679CB7D-C015-94EA-7BEE-548105BB7E21}"/>
              </a:ext>
            </a:extLst>
          </p:cNvPr>
          <p:cNvSpPr txBox="1"/>
          <p:nvPr/>
        </p:nvSpPr>
        <p:spPr>
          <a:xfrm>
            <a:off x="6239656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E37987B-F275-AAEE-2C0A-A5371E180D24}"/>
              </a:ext>
            </a:extLst>
          </p:cNvPr>
          <p:cNvSpPr txBox="1"/>
          <p:nvPr/>
        </p:nvSpPr>
        <p:spPr>
          <a:xfrm>
            <a:off x="3204147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0F8694C-5230-054B-3059-3A1F2E82B14B}"/>
              </a:ext>
            </a:extLst>
          </p:cNvPr>
          <p:cNvSpPr txBox="1"/>
          <p:nvPr/>
        </p:nvSpPr>
        <p:spPr>
          <a:xfrm>
            <a:off x="9062803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6" name="Connettore 15">
            <a:extLst>
              <a:ext uri="{FF2B5EF4-FFF2-40B4-BE49-F238E27FC236}">
                <a16:creationId xmlns:a16="http://schemas.microsoft.com/office/drawing/2014/main" id="{0C8430C1-9553-569E-84EB-28214A3CD81C}"/>
              </a:ext>
            </a:extLst>
          </p:cNvPr>
          <p:cNvSpPr/>
          <p:nvPr/>
        </p:nvSpPr>
        <p:spPr>
          <a:xfrm>
            <a:off x="11270226" y="356418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06697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122" y="279527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>
                <a:solidFill>
                  <a:schemeClr val="accent2"/>
                </a:solidFill>
              </a:rPr>
              <a:t>PIC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Genere:Horror</a:t>
            </a:r>
            <a:br>
              <a:rPr lang="it-IT" sz="1400"/>
            </a:br>
            <a:r>
              <a:rPr lang="it-IT" sz="1400"/>
              <a:t>Anno:1980</a:t>
            </a:r>
            <a:br>
              <a:rPr lang="it-IT" sz="1400"/>
            </a:br>
            <a:r>
              <a:rPr lang="it-IT" sz="1400"/>
              <a:t>Uscita:07/10/2024</a:t>
            </a:r>
            <a:br>
              <a:rPr lang="it-IT" sz="1400"/>
            </a:br>
            <a:r>
              <a:rPr lang="it-IT" sz="1400"/>
              <a:t>Regia: Stanley Kubrik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01 Distribution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Genere:Drammatico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Uscita:10/10/2024</a:t>
            </a:r>
            <a:br>
              <a:rPr lang="it-IT" sz="1400"/>
            </a:br>
            <a:r>
              <a:rPr lang="it-IT" sz="1400"/>
              <a:t>Regia: Fabio Grassadonia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114361" y="171173"/>
            <a:ext cx="4127777" cy="11676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/>
          </a:p>
        </p:txBody>
      </p:sp>
      <p:pic>
        <p:nvPicPr>
          <p:cNvPr id="9" name="Immagine 8" descr="Immagine che contiene testo, poster, grafica, sciare&#10;&#10;Descrizione generata automaticamente">
            <a:extLst>
              <a:ext uri="{FF2B5EF4-FFF2-40B4-BE49-F238E27FC236}">
                <a16:creationId xmlns:a16="http://schemas.microsoft.com/office/drawing/2014/main" id="{E5F35048-99AC-5CD2-9A16-E3461574E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3684410"/>
            <a:ext cx="2054932" cy="2847624"/>
          </a:xfrm>
          <a:prstGeom prst="rect">
            <a:avLst/>
          </a:prstGeom>
        </p:spPr>
      </p:pic>
      <p:pic>
        <p:nvPicPr>
          <p:cNvPr id="10" name="Immagine 9" descr="Immagine che contiene testo, Viso umano, libro, uomo&#10;&#10;Descrizione generata automaticamente">
            <a:extLst>
              <a:ext uri="{FF2B5EF4-FFF2-40B4-BE49-F238E27FC236}">
                <a16:creationId xmlns:a16="http://schemas.microsoft.com/office/drawing/2014/main" id="{9A687099-DC6B-D39B-8C8A-D4F021DBA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368" y="3670301"/>
            <a:ext cx="1984375" cy="285467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1C3CFA-14CF-41BA-F85F-E44754241904}"/>
              </a:ext>
            </a:extLst>
          </p:cNvPr>
          <p:cNvSpPr txBox="1"/>
          <p:nvPr/>
        </p:nvSpPr>
        <p:spPr>
          <a:xfrm>
            <a:off x="7817177" y="1694003"/>
            <a:ext cx="3563332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solidFill>
                  <a:schemeClr val="accent2"/>
                </a:solidFill>
              </a:rPr>
              <a:t>Scegli Periodo</a:t>
            </a:r>
            <a:br>
              <a:rPr lang="it-IT">
                <a:solidFill>
                  <a:schemeClr val="accent2"/>
                </a:solidFill>
              </a:rPr>
            </a:br>
            <a:r>
              <a:rPr lang="it-IT">
                <a:ea typeface="Calibri"/>
                <a:cs typeface="Calibri"/>
              </a:rPr>
              <a:t>Select-&gt; Uscite del 9 settembre 2024... </a:t>
            </a:r>
            <a:r>
              <a:rPr lang="it-IT" err="1">
                <a:ea typeface="Calibri"/>
                <a:cs typeface="Calibri"/>
              </a:rPr>
              <a:t>ecc</a:t>
            </a:r>
            <a:endParaRPr lang="it-IT">
              <a:ea typeface="Calibri"/>
              <a:cs typeface="Calibri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BACD57-3AA4-CA18-CC97-2EEFCF8C0542}"/>
              </a:ext>
            </a:extLst>
          </p:cNvPr>
          <p:cNvSpPr txBox="1"/>
          <p:nvPr/>
        </p:nvSpPr>
        <p:spPr>
          <a:xfrm>
            <a:off x="7817177" y="2632392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ea typeface="Calibri"/>
                <a:cs typeface="Calibri"/>
              </a:rPr>
              <a:t>Tra 3 settimane</a:t>
            </a:r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387A41E-78D0-A97A-867C-38893BC34E86}"/>
              </a:ext>
            </a:extLst>
          </p:cNvPr>
          <p:cNvSpPr txBox="1"/>
          <p:nvPr/>
        </p:nvSpPr>
        <p:spPr>
          <a:xfrm>
            <a:off x="405983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2ADFC1E-2988-28C3-C366-657A05810B39}"/>
              </a:ext>
            </a:extLst>
          </p:cNvPr>
          <p:cNvSpPr txBox="1"/>
          <p:nvPr/>
        </p:nvSpPr>
        <p:spPr>
          <a:xfrm>
            <a:off x="6239656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DF9C3904-11F1-C1E0-0C44-DC6B213EF9F3}"/>
              </a:ext>
            </a:extLst>
          </p:cNvPr>
          <p:cNvSpPr txBox="1"/>
          <p:nvPr/>
        </p:nvSpPr>
        <p:spPr>
          <a:xfrm>
            <a:off x="3204147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A2CB808-1868-C1E2-46FF-AD40D75637B7}"/>
              </a:ext>
            </a:extLst>
          </p:cNvPr>
          <p:cNvSpPr txBox="1"/>
          <p:nvPr/>
        </p:nvSpPr>
        <p:spPr>
          <a:xfrm>
            <a:off x="9062803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6" name="Connettore 15">
            <a:extLst>
              <a:ext uri="{FF2B5EF4-FFF2-40B4-BE49-F238E27FC236}">
                <a16:creationId xmlns:a16="http://schemas.microsoft.com/office/drawing/2014/main" id="{4B066BB1-CA47-2A29-5F9F-474180FE4332}"/>
              </a:ext>
            </a:extLst>
          </p:cNvPr>
          <p:cNvSpPr/>
          <p:nvPr/>
        </p:nvSpPr>
        <p:spPr>
          <a:xfrm>
            <a:off x="11380839" y="276531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25003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D090808-B84C-21D7-210C-7DB823F95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0122" y="279527"/>
            <a:ext cx="9144000" cy="338366"/>
          </a:xfrm>
        </p:spPr>
        <p:txBody>
          <a:bodyPr>
            <a:normAutofit fontScale="85000" lnSpcReduction="20000"/>
          </a:bodyPr>
          <a:lstStyle/>
          <a:p>
            <a:r>
              <a:rPr lang="it-IT" b="1">
                <a:solidFill>
                  <a:srgbClr val="FF0000"/>
                </a:solidFill>
              </a:rPr>
              <a:t>Calendario Uscite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480B99B-BC0E-E486-5E95-F8510FFE046D}"/>
              </a:ext>
            </a:extLst>
          </p:cNvPr>
          <p:cNvSpPr txBox="1"/>
          <p:nvPr/>
        </p:nvSpPr>
        <p:spPr>
          <a:xfrm>
            <a:off x="118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Questa settimana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A9575-931A-7D81-82A5-5E435C72B285}"/>
              </a:ext>
            </a:extLst>
          </p:cNvPr>
          <p:cNvSpPr txBox="1"/>
          <p:nvPr/>
        </p:nvSpPr>
        <p:spPr>
          <a:xfrm>
            <a:off x="4997777" y="1696825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Scorsa settimana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274A021-3F9D-82D5-FE19-D044F072D11A}"/>
              </a:ext>
            </a:extLst>
          </p:cNvPr>
          <p:cNvSpPr txBox="1"/>
          <p:nvPr/>
        </p:nvSpPr>
        <p:spPr>
          <a:xfrm>
            <a:off x="1076227" y="2635636"/>
            <a:ext cx="3563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  Tra 1 settimana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5275A1D-AAC2-C447-121D-B1DAFF7EAA55}"/>
              </a:ext>
            </a:extLst>
          </p:cNvPr>
          <p:cNvSpPr txBox="1"/>
          <p:nvPr/>
        </p:nvSpPr>
        <p:spPr>
          <a:xfrm>
            <a:off x="4853378" y="2635636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  Tra 2 settimane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DCFF6FC-F9BF-8C20-D93F-2C175F5FC968}"/>
              </a:ext>
            </a:extLst>
          </p:cNvPr>
          <p:cNvSpPr/>
          <p:nvPr/>
        </p:nvSpPr>
        <p:spPr>
          <a:xfrm>
            <a:off x="3204453" y="3673807"/>
            <a:ext cx="2198451" cy="285907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 b="1">
                <a:solidFill>
                  <a:schemeClr val="accent2"/>
                </a:solidFill>
              </a:rPr>
              <a:t>Lucky Red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Genere:Biografico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Uscita:31/10/2024</a:t>
            </a:r>
            <a:br>
              <a:rPr lang="it-IT" sz="1400"/>
            </a:br>
            <a:r>
              <a:rPr lang="it-IT" sz="1400"/>
              <a:t>Regia: Andrea Segre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239B091-12DB-B39F-6B36-567EE73ECCFE}"/>
              </a:ext>
            </a:extLst>
          </p:cNvPr>
          <p:cNvSpPr/>
          <p:nvPr/>
        </p:nvSpPr>
        <p:spPr>
          <a:xfrm>
            <a:off x="9063552" y="3661772"/>
            <a:ext cx="2106729" cy="28711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600">
                <a:solidFill>
                  <a:schemeClr val="accent2"/>
                </a:solidFill>
              </a:rPr>
              <a:t>Warner Bros</a:t>
            </a:r>
            <a:br>
              <a:rPr lang="it-IT" sz="1400"/>
            </a:br>
            <a:r>
              <a:rPr lang="it-IT" sz="1400"/>
              <a:t>     </a:t>
            </a:r>
            <a:r>
              <a:rPr lang="it-IT" sz="1400" err="1"/>
              <a:t>Genere:Animazione</a:t>
            </a:r>
            <a:br>
              <a:rPr lang="it-IT" sz="1400"/>
            </a:br>
            <a:r>
              <a:rPr lang="it-IT" sz="1400"/>
              <a:t>Anno:2024</a:t>
            </a:r>
            <a:br>
              <a:rPr lang="it-IT" sz="1400"/>
            </a:br>
            <a:r>
              <a:rPr lang="it-IT" sz="1400"/>
              <a:t>Uscita:31/10/2024</a:t>
            </a:r>
            <a:br>
              <a:rPr lang="it-IT" sz="1400"/>
            </a:br>
            <a:r>
              <a:rPr lang="it-IT" sz="1400"/>
              <a:t>Regia: Pedro Solis Garcia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6E78B21-AD41-DC4A-E6DB-09B1F1F5C406}"/>
              </a:ext>
            </a:extLst>
          </p:cNvPr>
          <p:cNvSpPr/>
          <p:nvPr/>
        </p:nvSpPr>
        <p:spPr>
          <a:xfrm>
            <a:off x="156321" y="181523"/>
            <a:ext cx="4146514" cy="11676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>
                <a:solidFill>
                  <a:srgbClr val="FF0000"/>
                </a:solidFill>
                <a:cs typeface="Calibri"/>
              </a:rPr>
              <a:t>Al Click del periodo di uscita visualizzo immagine e informazione dei film del periodo di uscita avendo la label evidenziata come mostrato nella slide</a:t>
            </a:r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71C3CFA-14CF-41BA-F85F-E44754241904}"/>
              </a:ext>
            </a:extLst>
          </p:cNvPr>
          <p:cNvSpPr txBox="1"/>
          <p:nvPr/>
        </p:nvSpPr>
        <p:spPr>
          <a:xfrm>
            <a:off x="7817177" y="1694003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/>
              <a:t>Scegli Periodo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AFBACD57-3AA4-CA18-CC97-2EEFCF8C0542}"/>
              </a:ext>
            </a:extLst>
          </p:cNvPr>
          <p:cNvSpPr txBox="1"/>
          <p:nvPr/>
        </p:nvSpPr>
        <p:spPr>
          <a:xfrm>
            <a:off x="7817177" y="2632392"/>
            <a:ext cx="356333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>
                <a:solidFill>
                  <a:schemeClr val="accent2"/>
                </a:solidFill>
                <a:ea typeface="Calibri"/>
                <a:cs typeface="Calibri"/>
              </a:rPr>
              <a:t>Tra 3 settimane</a:t>
            </a:r>
            <a:endParaRPr lang="it-IT">
              <a:solidFill>
                <a:schemeClr val="accent2"/>
              </a:solidFill>
            </a:endParaRPr>
          </a:p>
        </p:txBody>
      </p:sp>
      <p:pic>
        <p:nvPicPr>
          <p:cNvPr id="4" name="Immagine 3" descr="Immagine che contiene testo, poster, cielo, persona&#10;&#10;Descrizione generata automaticamente">
            <a:extLst>
              <a:ext uri="{FF2B5EF4-FFF2-40B4-BE49-F238E27FC236}">
                <a16:creationId xmlns:a16="http://schemas.microsoft.com/office/drawing/2014/main" id="{04D277B5-056F-C00D-368C-CA43E717D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2" y="3677354"/>
            <a:ext cx="2181931" cy="2847624"/>
          </a:xfrm>
          <a:prstGeom prst="rect">
            <a:avLst/>
          </a:prstGeom>
        </p:spPr>
      </p:pic>
      <p:pic>
        <p:nvPicPr>
          <p:cNvPr id="12" name="Immagine 11" descr="Immagine che contiene testo, poster, libro, persona&#10;&#10;Descrizione generata automaticamente">
            <a:extLst>
              <a:ext uri="{FF2B5EF4-FFF2-40B4-BE49-F238E27FC236}">
                <a16:creationId xmlns:a16="http://schemas.microsoft.com/office/drawing/2014/main" id="{DF36943F-D57B-FBD3-AA5D-D9B73D15F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090" y="3670299"/>
            <a:ext cx="2181930" cy="285467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88B0884-978F-84E6-61C8-69A9718C7BEB}"/>
              </a:ext>
            </a:extLst>
          </p:cNvPr>
          <p:cNvSpPr txBox="1"/>
          <p:nvPr/>
        </p:nvSpPr>
        <p:spPr>
          <a:xfrm>
            <a:off x="655819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E790CEF-B8AA-2C10-CC64-DA45A6395138}"/>
              </a:ext>
            </a:extLst>
          </p:cNvPr>
          <p:cNvSpPr txBox="1"/>
          <p:nvPr/>
        </p:nvSpPr>
        <p:spPr>
          <a:xfrm>
            <a:off x="3222885" y="3254115"/>
            <a:ext cx="2162331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62F7B52-BFEC-A955-181F-13498A300490}"/>
              </a:ext>
            </a:extLst>
          </p:cNvPr>
          <p:cNvSpPr txBox="1"/>
          <p:nvPr/>
        </p:nvSpPr>
        <p:spPr>
          <a:xfrm>
            <a:off x="6408295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Image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CE9606B-7CA8-5018-7FE5-C5BCEB1193AC}"/>
              </a:ext>
            </a:extLst>
          </p:cNvPr>
          <p:cNvSpPr txBox="1"/>
          <p:nvPr/>
        </p:nvSpPr>
        <p:spPr>
          <a:xfrm>
            <a:off x="9062803" y="3254115"/>
            <a:ext cx="2062397" cy="351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>
                <a:cs typeface="Calibri"/>
              </a:rPr>
              <a:t>Info Film</a:t>
            </a:r>
            <a:r>
              <a:rPr lang="it-IT" sz="1400">
                <a:cs typeface="Calibri"/>
              </a:rPr>
              <a:t> </a:t>
            </a:r>
            <a:r>
              <a:rPr lang="it-IT" sz="1400" err="1">
                <a:cs typeface="Calibri"/>
              </a:rPr>
              <a:t>json</a:t>
            </a:r>
            <a:endParaRPr lang="it-IT" sz="1400" err="1"/>
          </a:p>
        </p:txBody>
      </p:sp>
      <p:sp>
        <p:nvSpPr>
          <p:cNvPr id="16" name="Connettore 15">
            <a:extLst>
              <a:ext uri="{FF2B5EF4-FFF2-40B4-BE49-F238E27FC236}">
                <a16:creationId xmlns:a16="http://schemas.microsoft.com/office/drawing/2014/main" id="{CB7F9A1F-3194-D384-905D-BE6224A47D9F}"/>
              </a:ext>
            </a:extLst>
          </p:cNvPr>
          <p:cNvSpPr/>
          <p:nvPr/>
        </p:nvSpPr>
        <p:spPr>
          <a:xfrm>
            <a:off x="11383858" y="324400"/>
            <a:ext cx="614516" cy="581956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652859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News</a:t>
            </a:r>
          </a:p>
        </p:txBody>
      </p:sp>
      <p:pic>
        <p:nvPicPr>
          <p:cNvPr id="2" name="Immagine 1" descr="Immagine che contiene Viso umano, vestiti, persona, Mento&#10;&#10;Descrizione generata automaticamente">
            <a:extLst>
              <a:ext uri="{FF2B5EF4-FFF2-40B4-BE49-F238E27FC236}">
                <a16:creationId xmlns:a16="http://schemas.microsoft.com/office/drawing/2014/main" id="{9C1CD3C5-C850-AE15-094A-340AF24D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319" y="2159202"/>
            <a:ext cx="5946097" cy="333999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3878704" y="1174229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</a:t>
            </a:r>
            <a:r>
              <a:rPr lang="it-IT" sz="2000" b="1">
                <a:cs typeface="Calibri"/>
              </a:rPr>
              <a:t> </a:t>
            </a:r>
            <a:r>
              <a:rPr lang="it-IT" b="1">
                <a:cs typeface="Calibri"/>
              </a:rPr>
              <a:t>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3735048" y="6083507"/>
            <a:ext cx="288685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</a:t>
            </a:r>
            <a:r>
              <a:rPr lang="it-IT" sz="2000" b="1">
                <a:cs typeface="Calibri"/>
              </a:rPr>
              <a:t>   </a:t>
            </a:r>
            <a:r>
              <a:rPr lang="it-IT" b="1">
                <a:cs typeface="Calibri"/>
              </a:rPr>
              <a:t>Descrizione News</a:t>
            </a:r>
            <a:r>
              <a:rPr lang="it-IT" sz="2000" b="1">
                <a:cs typeface="Calibri"/>
              </a:rPr>
              <a:t> </a:t>
            </a:r>
            <a:r>
              <a:rPr lang="it-IT" sz="1400" b="1" err="1">
                <a:cs typeface="Calibri"/>
              </a:rPr>
              <a:t>json</a:t>
            </a:r>
            <a:endParaRPr lang="it-IT" b="1" err="1">
              <a:cs typeface="Calibri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13EA37E-07E2-F39F-178E-AA1645C21116}"/>
              </a:ext>
            </a:extLst>
          </p:cNvPr>
          <p:cNvSpPr txBox="1"/>
          <p:nvPr/>
        </p:nvSpPr>
        <p:spPr>
          <a:xfrm>
            <a:off x="3878704" y="171762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5EA28F9E-2111-DC3A-1B95-FAEF43FE5153}"/>
              </a:ext>
            </a:extLst>
          </p:cNvPr>
          <p:cNvSpPr/>
          <p:nvPr/>
        </p:nvSpPr>
        <p:spPr>
          <a:xfrm>
            <a:off x="11319387" y="460886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29791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Interpretato da Bob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Odenkirk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Mansell è stato introdotto sin da subito come un uomo dall’apparente vita normale che cela invece un misterioso e pericoloso passato che tornerà a bussare prepotentemente alla sua porta. 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Mansell ha dei conti in sospeso con brutti ceffi e, per assicurarsi che la sua famiglia sia sana e salva, è costretto ad impugnare nuovamente le armi e darsi da fare. Rispolverando la sua vecchia vita, Mansell sarà costretto a sporcarsi ancora una volta le mani, nel disperato tentativo di salvare sua moglie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Becca 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e la sua famiglia.</a:t>
            </a:r>
          </a:p>
          <a:p>
            <a:pPr marL="0" indent="0"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Da tempo è stato annunciato un film sequel di Io sono nessuno e il cast continua a lievitare. Naturalmente non potrà fare a meno di Bob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Odenkirk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essendo il protagonista, ma dovrà vedersela anche con una new entry interessante, quale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Sharon Stone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il cui ruolo è stato soltanto anticipato ed etichettato come quello da antagonista. 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Tornerà anche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Christopher Lloyd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e vedremo anche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Colin Hanks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In merito all’ultimo ingresso, John Ortiz negli ultimi anni ha recitato in diversi film tra cui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4"/>
              </a:rPr>
              <a:t>La vita dopo – The Fallout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, The In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Between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– Non ti perderà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5"/>
              </a:rPr>
              <a:t>American Fiction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Lato televisivo, invece, ha dato un contributo a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6"/>
              </a:rPr>
              <a:t>Messiah 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Will Trent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Non è chiaro chi interpreterà in Io sono nessuno 2: per scoprirlo, probabilmente dovremo attendere ulteriori dettagli in merito alla trama o quantomeno il primo trailer. Sappiamo, al momento, che il sequel ha fissato già una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data d’uscita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al cinema prevista per il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15 agosto 2025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negli Stati Uniti d’America.</a:t>
            </a:r>
            <a:endParaRPr lang="it-IT" sz="1600">
              <a:latin typeface="Calibri"/>
              <a:cs typeface="Calibri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4D0C17B-5213-97A2-69E4-848EDAD98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033" y="89958"/>
            <a:ext cx="10515600" cy="1325563"/>
          </a:xfrm>
        </p:spPr>
        <p:txBody>
          <a:bodyPr/>
          <a:lstStyle/>
          <a:p>
            <a:r>
              <a:rPr lang="it-IT" sz="2800">
                <a:latin typeface="Arial Narrow"/>
                <a:cs typeface="Calibri Light"/>
              </a:rPr>
              <a:t>Io sono nessuno 2, John Ortiz si unisce al cast del sequel</a:t>
            </a:r>
          </a:p>
        </p:txBody>
      </p:sp>
    </p:spTree>
    <p:extLst>
      <p:ext uri="{BB962C8B-B14F-4D97-AF65-F5344CB8AC3E}">
        <p14:creationId xmlns:p14="http://schemas.microsoft.com/office/powerpoint/2010/main" val="2845210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3866213" y="1317884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3953655" y="610224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5" name="Immagine 4" descr="Immagine che contiene vestiti, persona, Blu elettrico, Blu cobalto&#10;&#10;Descrizione generata automaticamente">
            <a:extLst>
              <a:ext uri="{FF2B5EF4-FFF2-40B4-BE49-F238E27FC236}">
                <a16:creationId xmlns:a16="http://schemas.microsoft.com/office/drawing/2014/main" id="{17E1D9E0-2BE2-ECF8-9C6C-2B0BBEAC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197" y="2680272"/>
            <a:ext cx="5677524" cy="319634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9827D897-ECC3-2E5F-69C4-9558F89D46E1}"/>
              </a:ext>
            </a:extLst>
          </p:cNvPr>
          <p:cNvSpPr txBox="1"/>
          <p:nvPr/>
        </p:nvSpPr>
        <p:spPr>
          <a:xfrm>
            <a:off x="3862465" y="231348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7" name="Connettore 6">
            <a:extLst>
              <a:ext uri="{FF2B5EF4-FFF2-40B4-BE49-F238E27FC236}">
                <a16:creationId xmlns:a16="http://schemas.microsoft.com/office/drawing/2014/main" id="{EE928109-7997-92D4-3641-4D6368E3537D}"/>
              </a:ext>
            </a:extLst>
          </p:cNvPr>
          <p:cNvSpPr/>
          <p:nvPr/>
        </p:nvSpPr>
        <p:spPr>
          <a:xfrm>
            <a:off x="11233355" y="540773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90861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Stability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AI, l'azienda dietro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Stable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Diffusion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ha annunciato che James Cameron è entrato nel suo consiglio di amministrazione.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Nell'annuncio il regista di Terminator e Avatar motiva la sua decisione: da sempre attento alle nuove tecnologie, non può voltare le spalle all'Intelligenza Artificiale.</a:t>
            </a:r>
          </a:p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Terminata l'ondata di proteste contro l'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IA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con conseguenti regolamentazioni a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Hollywood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riguardanti attori e attrici, il settore comincia ad annunciare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partnership stabili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che porteranno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l'Intelligenza Artificiale nel cinema americano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: dopo l'annuncio recente della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Lionsgate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adesso è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James Cameron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a entrare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nel consiglio di amministrazione della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Stability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AI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l'azienda dietro al famoso generatore di immagini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Stable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Diffusion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</a:t>
            </a:r>
          </a:p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Nel comunicato ufficiale, il regista 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Terminator 2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Titanic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Avatar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ha motivato la sua scelta con la sua naturale vocazione, da sempre: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guardare al futuro tecnico della settima arte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0151BEE9-39AA-2842-8E47-94808AB3D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403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>
                <a:latin typeface="Arial Narrow"/>
                <a:cs typeface="Calibri Light"/>
              </a:rPr>
              <a:t>James Cameron abbraccia l'AI nel consiglio di amministrazione di </a:t>
            </a:r>
            <a:r>
              <a:rPr lang="it-IT" sz="2800" err="1">
                <a:latin typeface="Arial Narrow"/>
                <a:cs typeface="Calibri Light"/>
              </a:rPr>
              <a:t>Stability</a:t>
            </a:r>
            <a:r>
              <a:rPr lang="it-IT" sz="2800">
                <a:latin typeface="Arial Narrow"/>
                <a:cs typeface="Calibri Light"/>
              </a:rPr>
              <a:t> AI "Inimmaginabili mezzi per raccontare storie"</a:t>
            </a:r>
            <a:endParaRPr lang="it-IT" sz="280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412726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4596983" y="1174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4409606" y="573998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2" name="Immagine 1" descr="Immagine che contiene persona, Viso umano, vestiti, uomo&#10;&#10;Descrizione generata automaticamente">
            <a:extLst>
              <a:ext uri="{FF2B5EF4-FFF2-40B4-BE49-F238E27FC236}">
                <a16:creationId xmlns:a16="http://schemas.microsoft.com/office/drawing/2014/main" id="{69AE8CE3-B73E-EAFD-D278-EB2470130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132" y="2080666"/>
            <a:ext cx="5727491" cy="322132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CE1BBFC-B289-738F-7A84-11AC48786C5B}"/>
              </a:ext>
            </a:extLst>
          </p:cNvPr>
          <p:cNvSpPr txBox="1"/>
          <p:nvPr/>
        </p:nvSpPr>
        <p:spPr>
          <a:xfrm>
            <a:off x="4596982" y="1711376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B101AF76-57CC-5413-D1B3-B1FA606D1D96}"/>
              </a:ext>
            </a:extLst>
          </p:cNvPr>
          <p:cNvSpPr/>
          <p:nvPr/>
        </p:nvSpPr>
        <p:spPr>
          <a:xfrm>
            <a:off x="11270226" y="645241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80978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922" y="2009069"/>
            <a:ext cx="10515600" cy="4351338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Si vociferava già da qualche settimana del possibile ingresso di Matthias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Schoenaerts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in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: Woman of Tomorrow, diventato ufficialmente realtà: sarà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delle Colline Gialle.</a:t>
            </a:r>
          </a:p>
          <a:p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: Woman of Tomorrow è il prossimo progetto in cantiere per i DC Studios. James Gunn ha lavorato duramente negli ultimi mesi sul set 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Superman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ma quelle riprese sono ormai state archiviate da tempo e il pubblico ha già dirottato lo sguardo sui prossimi progetti in fase di realizzazione, tra cui il prossimo capitolo dedicato 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</a:t>
            </a:r>
          </a:p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Da tempo, è stato annunciato il coinvolgimento di Milly Alcock, star 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House of the Dragon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che interpreterà la nuova Ragazza d’Acciaio nel DCU. E a quanto pare dovrà vedersela con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delle Colline Gialle, interpretato da Matthias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Schoenaerts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Ma chi è, esattamente,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Krem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delle Colline Gialle? Nei fumetti, questo personaggio è uno spietato individuo, un ladro criminale armato di spada e frecce dipinto da molti come un assassino di uomini, donne e cani. </a:t>
            </a:r>
            <a:endParaRPr lang="it-IT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Un’etichetta guadagnata anche dopo aver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ucciso il padre della sua ragazza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aliena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Ruthye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Marye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Knoll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che metterà una taglia sulla sua testa partendo per una missione attraverso la galassia e vendicare suo padre insieme 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Supergirl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>
              <a:cs typeface="Calibri"/>
            </a:endParaRPr>
          </a:p>
          <a:p>
            <a:endParaRPr lang="it-IT" sz="1600">
              <a:solidFill>
                <a:srgbClr val="333333"/>
              </a:solidFill>
              <a:latin typeface="Calibri"/>
              <a:cs typeface="Arial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5C8D685-6EAD-DE9C-11D3-87497AFA2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99181"/>
            <a:ext cx="10515600" cy="1325563"/>
          </a:xfrm>
        </p:spPr>
        <p:txBody>
          <a:bodyPr/>
          <a:lstStyle/>
          <a:p>
            <a:r>
              <a:rPr lang="it-IT" sz="2800" err="1">
                <a:latin typeface="Arial Narrow"/>
                <a:cs typeface="Calibri Light"/>
              </a:rPr>
              <a:t>Supergirl:Woman</a:t>
            </a:r>
            <a:r>
              <a:rPr lang="it-IT" sz="2800">
                <a:latin typeface="Arial Narrow"/>
                <a:cs typeface="Calibri Light"/>
              </a:rPr>
              <a:t> of </a:t>
            </a:r>
            <a:r>
              <a:rPr lang="it-IT" sz="2800" err="1">
                <a:latin typeface="Arial Narrow"/>
                <a:cs typeface="Calibri Light"/>
              </a:rPr>
              <a:t>Tomorrow,Matthias</a:t>
            </a:r>
            <a:r>
              <a:rPr lang="it-IT" sz="2800">
                <a:latin typeface="Arial Narrow"/>
                <a:cs typeface="Calibri Light"/>
              </a:rPr>
              <a:t> </a:t>
            </a:r>
            <a:r>
              <a:rPr lang="it-IT" sz="2800" err="1">
                <a:latin typeface="Arial Narrow"/>
                <a:cs typeface="Calibri Light"/>
              </a:rPr>
              <a:t>Schoenaerts</a:t>
            </a:r>
            <a:r>
              <a:rPr lang="it-IT" sz="2800">
                <a:latin typeface="Arial Narrow"/>
                <a:cs typeface="Calibri Light"/>
              </a:rPr>
              <a:t> sarà </a:t>
            </a:r>
            <a:r>
              <a:rPr lang="it-IT" sz="2800" err="1">
                <a:latin typeface="Arial Narrow"/>
                <a:cs typeface="Calibri Light"/>
              </a:rPr>
              <a:t>Krem</a:t>
            </a:r>
            <a:r>
              <a:rPr lang="it-IT" sz="2800">
                <a:latin typeface="Arial Narrow"/>
                <a:cs typeface="Calibri Light"/>
              </a:rPr>
              <a:t> delle Colline Gialle</a:t>
            </a:r>
            <a:endParaRPr lang="it-IT" sz="280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7233139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4596983" y="1174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4409606" y="573998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5" name="Immagine 4" descr="Immagine che contiene Viso umano, vestiti, persona, cappello&#10;&#10;Descrizione generata automaticamente">
            <a:extLst>
              <a:ext uri="{FF2B5EF4-FFF2-40B4-BE49-F238E27FC236}">
                <a16:creationId xmlns:a16="http://schemas.microsoft.com/office/drawing/2014/main" id="{07BAAD0F-373E-688F-0C6F-9EB180768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624" y="1968243"/>
            <a:ext cx="6039784" cy="335873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88460BB-937A-32FD-5DF2-8342790A7E8A}"/>
              </a:ext>
            </a:extLst>
          </p:cNvPr>
          <p:cNvSpPr txBox="1"/>
          <p:nvPr/>
        </p:nvSpPr>
        <p:spPr>
          <a:xfrm>
            <a:off x="4596982" y="159895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77F72592-6EE7-0C42-249F-EC0ED123E947}"/>
              </a:ext>
            </a:extLst>
          </p:cNvPr>
          <p:cNvSpPr/>
          <p:nvPr/>
        </p:nvSpPr>
        <p:spPr>
          <a:xfrm>
            <a:off x="11270226" y="645241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5577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Compie oggi 55 anni la gallese D.O.C.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Catherine Zeta-Jones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  Esplosa alla fine degli anni ‘90, l’attrice ha vissuto un momento artistico estremamente fulgido che l’ha portata in quegli anni a diventare una delle star più ricercate ed acclamate ad Hollywood. I cinque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film in streaming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che abbiamo selezionato per renderle omaggio testimoniano non soltanto la sua enorme presenza scenica ma anche una versatilità che l’ha portata addirittura a vincere l’Oscar. </a:t>
            </a:r>
          </a:p>
          <a:p>
            <a:pPr marL="0" indent="0">
              <a:buNone/>
            </a:pPr>
            <a:endParaRPr lang="it-IT" sz="1600">
              <a:solidFill>
                <a:srgbClr val="333333"/>
              </a:solidFill>
              <a:latin typeface="Calibri"/>
              <a:cs typeface="Arial"/>
            </a:endParaRPr>
          </a:p>
          <a:p>
            <a:pPr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Cinque film in streaming interpretati da Catherine Zeta-Jones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La maschera di Zorro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Entrapment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Traffic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Chicago</a:t>
            </a:r>
            <a:endParaRPr lang="it-IT" sz="160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The Terminal </a:t>
            </a:r>
            <a:endParaRPr lang="it-IT" sz="1600">
              <a:latin typeface="Calibri"/>
            </a:endParaRPr>
          </a:p>
          <a:p>
            <a:pPr marL="0" indent="0">
              <a:buNone/>
            </a:pPr>
            <a:endParaRPr lang="it-IT" sz="1600">
              <a:solidFill>
                <a:srgbClr val="333333"/>
              </a:solidFill>
              <a:latin typeface="Calibri"/>
              <a:cs typeface="Arial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E919897B-6163-BD51-28B5-FBFCD9AD0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144" y="104069"/>
            <a:ext cx="10515600" cy="1325563"/>
          </a:xfrm>
        </p:spPr>
        <p:txBody>
          <a:bodyPr>
            <a:normAutofit/>
          </a:bodyPr>
          <a:lstStyle/>
          <a:p>
            <a:r>
              <a:rPr lang="it-IT" sz="2800">
                <a:latin typeface="Arial Narrow"/>
                <a:cs typeface="Calibri Light"/>
              </a:rPr>
              <a:t>I migliori film in streaming di Catherine Zeta-Jones</a:t>
            </a:r>
            <a:endParaRPr lang="it-IT" sz="2800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11166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4596983" y="1174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4596983" y="578994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2" name="Immagine 1" descr="Immagine che contiene persona, vestiti, edificio, Viso umano&#10;&#10;Descrizione generata automaticamente">
            <a:extLst>
              <a:ext uri="{FF2B5EF4-FFF2-40B4-BE49-F238E27FC236}">
                <a16:creationId xmlns:a16="http://schemas.microsoft.com/office/drawing/2014/main" id="{82F9E4AA-9514-EF01-4308-5A79DB33A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852" y="2061929"/>
            <a:ext cx="5652541" cy="3177603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2ECD060-D8B3-BB99-572D-0E365C1C8247}"/>
              </a:ext>
            </a:extLst>
          </p:cNvPr>
          <p:cNvSpPr txBox="1"/>
          <p:nvPr/>
        </p:nvSpPr>
        <p:spPr>
          <a:xfrm>
            <a:off x="4596982" y="169263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C9E45AFB-A1D9-055F-8F37-244966CE27DC}"/>
              </a:ext>
            </a:extLst>
          </p:cNvPr>
          <p:cNvSpPr/>
          <p:nvPr/>
        </p:nvSpPr>
        <p:spPr>
          <a:xfrm>
            <a:off x="11317015" y="377873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07011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Debutta il 24 ottobre in streaming su Prime Video questo film diretto dal francese Pierre Morel. Oltre a Beckinsale, nel cast anche Saffron Burrows, Rupert Friend e Ray Stevenson. </a:t>
            </a:r>
          </a:p>
          <a:p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Solo per citare titoli recenti ci sono state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Charlize Theron in Atomica Bionda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Angelina Jolie in Salt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Jennifer Lawrence in Red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Sparrow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Gal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Gadot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in Heart of Stone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Jessica Chastain e compagnia in Secret Team 355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In origine c'era la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Annie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Parillaud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di Nikita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</a:t>
            </a:r>
          </a:p>
          <a:p>
            <a:br>
              <a:rPr lang="it-IT" sz="1600">
                <a:latin typeface="Calibri"/>
                <a:cs typeface="Arial"/>
              </a:rPr>
            </a:b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Ora tocca a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Kate Beckinsale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raccogliere il testimone delle eroine d'azione in thriller di spionaggio: è lei infatti la protagonista di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Canary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Blond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film che debutterà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 in streaming su Prime Video il 24 ottobre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>
              <a:solidFill>
                <a:srgbClr val="000000"/>
              </a:solidFill>
              <a:latin typeface="Calibri"/>
              <a:cs typeface="Calibri" panose="020F0502020204030204"/>
            </a:endParaRPr>
          </a:p>
          <a:p>
            <a:br>
              <a:rPr lang="it-IT" sz="1600">
                <a:latin typeface="Calibri"/>
                <a:cs typeface="Arial"/>
              </a:rPr>
            </a:b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Il film, girato in Croazia, è diretto dal francese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Pierre Morel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(non a caso sodale di Besson), quello 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Io vi troverò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e 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Peppermint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 - L'angelo della vendetta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che si è basato su un copione 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Matthew Kennedy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che racconta la storia di una letale agente della CIA di nome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Avery Graves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Quando suo marito - ignaro della professione della donna - viene rapito dai dei terroristi che vorrebbero estorcere dei segreti di stato, Avery dovrà agire da sola, sfruttando i suoi contatti non ufficiali per cercare di ottenere quanto le viene richiesto, potendo contare solo sulle sue doti di combattimento per sopravvivere a tranelli e tradimenti, e cercando al tempo stesso di salvare l'uomo che ama e evitare una crisi planetaria. Del cast fanno parte anche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Rupert Friend, Ray Stevenson e Saffron Burrows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</a:t>
            </a:r>
            <a:endParaRPr lang="it-IT">
              <a:cs typeface="Calibri"/>
            </a:endParaRPr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56DA339D-2478-3BDF-C96E-9EF0BC9A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422" y="89958"/>
            <a:ext cx="10515600" cy="1325563"/>
          </a:xfrm>
        </p:spPr>
        <p:txBody>
          <a:bodyPr/>
          <a:lstStyle/>
          <a:p>
            <a:r>
              <a:rPr lang="it-IT" sz="2800" err="1">
                <a:latin typeface="Arial Narrow"/>
                <a:cs typeface="Calibri Light"/>
              </a:rPr>
              <a:t>Canary</a:t>
            </a:r>
            <a:r>
              <a:rPr lang="it-IT" sz="2800">
                <a:latin typeface="Arial Narrow"/>
                <a:cs typeface="Calibri Light"/>
              </a:rPr>
              <a:t> Black: ecco il trailer ufficiale dello spy-thriller d'azione con Kate </a:t>
            </a:r>
            <a:r>
              <a:rPr lang="it-IT" sz="2800" err="1">
                <a:latin typeface="Arial Narrow"/>
                <a:cs typeface="Calibri Light"/>
              </a:rPr>
              <a:t>Beckin</a:t>
            </a:r>
            <a:endParaRPr lang="it-IT" sz="2800" err="1"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780541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49A5003C-ADE7-719E-B7DB-C90DE9C8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6787" y="541392"/>
            <a:ext cx="9144000" cy="3666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b="1">
                <a:solidFill>
                  <a:srgbClr val="FF0000"/>
                </a:solidFill>
              </a:rPr>
              <a:t>News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4108139-8308-73BF-579C-76BB05F0C476}"/>
              </a:ext>
            </a:extLst>
          </p:cNvPr>
          <p:cNvSpPr txBox="1"/>
          <p:nvPr/>
        </p:nvSpPr>
        <p:spPr>
          <a:xfrm>
            <a:off x="4596983" y="117422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Titolo 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0312AA-483F-33A3-0A60-3D3853B2130F}"/>
              </a:ext>
            </a:extLst>
          </p:cNvPr>
          <p:cNvSpPr txBox="1"/>
          <p:nvPr/>
        </p:nvSpPr>
        <p:spPr>
          <a:xfrm>
            <a:off x="4409606" y="5739982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Descrizione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pic>
        <p:nvPicPr>
          <p:cNvPr id="5" name="Immagine 4" descr="Immagine che contiene Viso umano, persona, vestiti, interno&#10;&#10;Descrizione generata automaticamente">
            <a:extLst>
              <a:ext uri="{FF2B5EF4-FFF2-40B4-BE49-F238E27FC236}">
                <a16:creationId xmlns:a16="http://schemas.microsoft.com/office/drawing/2014/main" id="{E7A942AB-F02D-943A-9A14-D823396AF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377" y="2230567"/>
            <a:ext cx="5259049" cy="295899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FA73E93D-FE56-4420-168A-FC9F43AD4E7E}"/>
              </a:ext>
            </a:extLst>
          </p:cNvPr>
          <p:cNvSpPr txBox="1"/>
          <p:nvPr/>
        </p:nvSpPr>
        <p:spPr>
          <a:xfrm>
            <a:off x="4596982" y="186127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>
                <a:cs typeface="Calibri"/>
              </a:rPr>
              <a:t>        Immagine News </a:t>
            </a:r>
            <a:r>
              <a:rPr lang="it-IT" sz="1400" b="1" err="1">
                <a:cs typeface="Calibri"/>
              </a:rPr>
              <a:t>json</a:t>
            </a:r>
            <a:endParaRPr lang="it-IT" sz="1400" b="1" err="1"/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FBB2A464-7C38-B818-015C-81A3F79FCDEC}"/>
              </a:ext>
            </a:extLst>
          </p:cNvPr>
          <p:cNvSpPr/>
          <p:nvPr/>
        </p:nvSpPr>
        <p:spPr>
          <a:xfrm>
            <a:off x="11296963" y="377872"/>
            <a:ext cx="614516" cy="528483"/>
          </a:xfrm>
          <a:prstGeom prst="flowChartConnector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cs typeface="Calibri"/>
              </a:rPr>
              <a:t>FD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77056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77BC5E-92A8-3DBC-94B5-7331B6321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5"/>
            <a:ext cx="10515600" cy="4952247"/>
          </a:xfr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    Dopo aver vinto il Leone d'argento alla scorsa Mostra del Cinema di Venezia, Vermiglio di Maura Delpero è stato selezionato per rappresentare l'Italia ai prossimi Oscar per il film internazionale. E' quindi stato preferito al favorito Parthenope di Paolo Sorrentino.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    Con una certa sorpresa,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2"/>
              </a:rPr>
              <a:t>Vermiglio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Maura Delpero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è stato preferito al favorito </a:t>
            </a:r>
            <a:r>
              <a:rPr lang="it-IT" sz="1600" b="1">
                <a:solidFill>
                  <a:srgbClr val="0065B4"/>
                </a:solidFill>
                <a:latin typeface="Calibri"/>
                <a:cs typeface="Arial"/>
                <a:hlinkClick r:id="rId3"/>
              </a:rPr>
              <a:t>Parthenope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di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Paolo Sorrentino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dal Comitato di Selezione per il film italiano da designare agli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Oscars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®, istituito dall’ANICA su incarico dell’Academy of Motion Picture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Arts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and Sciences®.</a:t>
            </a:r>
            <a:endParaRPr lang="it-IT" sz="1600">
              <a:latin typeface="Calibri"/>
              <a:cs typeface="Calibri"/>
            </a:endParaRPr>
          </a:p>
          <a:p>
            <a:pPr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    Riunito davanti a un notaio e composto da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Pedro Armocida, Maria Rita Barbera, Cristina Battocletti, Giorgia Farina, Francesca Manieri, Guglielmo Marchetti, Paola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Mencuccini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, Giacomo Scarpelli, Giulia Louise </a:t>
            </a:r>
            <a:r>
              <a:rPr lang="it-IT" sz="1600" b="1" err="1">
                <a:solidFill>
                  <a:srgbClr val="333333"/>
                </a:solidFill>
                <a:latin typeface="Calibri"/>
                <a:cs typeface="Arial"/>
              </a:rPr>
              <a:t>Steigerwalt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, Alessandro Usai, Cecilia Zanuso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ha votato infatti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Vermiglio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di Maura Delpero quale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film che rappresenterà l’Italia alla 97° edizione degli Academy Awards®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nella selezione per la categoria International Feature Film Award, con la seguente motivazione: “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per la sua capacità di raccontare l’Italia rurale del passato, i cui sentimenti e temi vengono resi universali e attuali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”.</a:t>
            </a:r>
            <a:endParaRPr lang="it-IT" sz="1600">
              <a:latin typeface="Calibri"/>
              <a:cs typeface="Calibri"/>
            </a:endParaRPr>
          </a:p>
          <a:p>
            <a:pPr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   “Vermiglio, che negli Stati Uniti sarà distribuito da </a:t>
            </a:r>
            <a:r>
              <a:rPr lang="it-IT" sz="1600" b="1" err="1">
                <a:solidFill>
                  <a:srgbClr val="202122"/>
                </a:solidFill>
                <a:latin typeface="Calibri"/>
                <a:cs typeface="Arial"/>
              </a:rPr>
              <a:t>Sideshow</a:t>
            </a:r>
            <a:r>
              <a:rPr lang="it-IT" sz="1600" b="1">
                <a:solidFill>
                  <a:srgbClr val="202122"/>
                </a:solidFill>
                <a:latin typeface="Calibri"/>
                <a:cs typeface="Arial"/>
              </a:rPr>
              <a:t> and Janus </a:t>
            </a:r>
            <a:r>
              <a:rPr lang="it-IT" sz="1600" b="1" err="1">
                <a:solidFill>
                  <a:srgbClr val="202122"/>
                </a:solidFill>
                <a:latin typeface="Calibri"/>
                <a:cs typeface="Arial"/>
              </a:rPr>
              <a:t>Films</a:t>
            </a:r>
            <a:r>
              <a:rPr lang="it-IT" sz="1600">
                <a:solidFill>
                  <a:srgbClr val="202122"/>
                </a:solidFill>
                <a:latin typeface="Calibri"/>
                <a:cs typeface="Arial"/>
              </a:rPr>
              <a:t>,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 concorrerà per la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shortlist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che includerà i quindici migliori film internazionali selezionati dall’Academy® e che sarà resa nota il 17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 dicembre 2024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. </a:t>
            </a:r>
            <a:endParaRPr lang="it-IT" sz="160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buNone/>
            </a:pP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     L’annuncio delle nomination (la cinquina dei film nominati per concorrere al premio) è previsto per il </a:t>
            </a:r>
            <a:r>
              <a:rPr lang="it-IT" sz="1600" b="1">
                <a:solidFill>
                  <a:srgbClr val="333333"/>
                </a:solidFill>
                <a:latin typeface="Calibri"/>
                <a:cs typeface="Arial"/>
              </a:rPr>
              <a:t>17 gennaio 2025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, mentre la cerimonia di consegna degli </a:t>
            </a:r>
            <a:r>
              <a:rPr lang="it-IT" sz="1600" err="1">
                <a:solidFill>
                  <a:srgbClr val="333333"/>
                </a:solidFill>
                <a:latin typeface="Calibri"/>
                <a:cs typeface="Arial"/>
              </a:rPr>
              <a:t>Oscars</a:t>
            </a:r>
            <a:r>
              <a:rPr lang="it-IT" sz="1600">
                <a:solidFill>
                  <a:srgbClr val="333333"/>
                </a:solidFill>
                <a:latin typeface="Calibri"/>
                <a:cs typeface="Arial"/>
              </a:rPr>
              <a:t>® si terrà a Los Angeles il 2 marzo 2025</a:t>
            </a:r>
            <a:endParaRPr lang="it-IT" sz="1600">
              <a:latin typeface="Calibri"/>
              <a:cs typeface="Calibri"/>
            </a:endParaRPr>
          </a:p>
          <a:p>
            <a:pPr marL="0" indent="0">
              <a:buNone/>
            </a:pPr>
            <a:endParaRPr lang="it-IT" sz="1500">
              <a:cs typeface="Calibri" panose="020F0502020204030204"/>
            </a:endParaRPr>
          </a:p>
          <a:p>
            <a:endParaRPr lang="it-IT" sz="1500"/>
          </a:p>
        </p:txBody>
      </p:sp>
      <p:sp>
        <p:nvSpPr>
          <p:cNvPr id="6" name="Titolo 5">
            <a:extLst>
              <a:ext uri="{FF2B5EF4-FFF2-40B4-BE49-F238E27FC236}">
                <a16:creationId xmlns:a16="http://schemas.microsoft.com/office/drawing/2014/main" id="{9AB45FBA-C964-2AF8-3F78-A523E9F6D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44" y="61736"/>
            <a:ext cx="10515600" cy="1325563"/>
          </a:xfrm>
        </p:spPr>
        <p:txBody>
          <a:bodyPr/>
          <a:lstStyle/>
          <a:p>
            <a:r>
              <a:rPr lang="it-IT" sz="2800">
                <a:latin typeface="Arial Narrow"/>
                <a:cs typeface="Calibri Light"/>
              </a:rPr>
              <a:t>Vermiglio </a:t>
            </a:r>
            <a:r>
              <a:rPr lang="it-IT" sz="2800" err="1">
                <a:latin typeface="Arial Narrow"/>
                <a:cs typeface="Calibri Light"/>
              </a:rPr>
              <a:t>rappresentera'</a:t>
            </a:r>
            <a:r>
              <a:rPr lang="it-IT" sz="2800">
                <a:latin typeface="Arial Narrow"/>
                <a:cs typeface="Calibri Light"/>
              </a:rPr>
              <a:t> l'Italia agli Oscar</a:t>
            </a:r>
          </a:p>
        </p:txBody>
      </p:sp>
    </p:spTree>
    <p:extLst>
      <p:ext uri="{BB962C8B-B14F-4D97-AF65-F5344CB8AC3E}">
        <p14:creationId xmlns:p14="http://schemas.microsoft.com/office/powerpoint/2010/main" val="64509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37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37</vt:i4>
      </vt:variant>
    </vt:vector>
  </HeadingPairs>
  <TitlesOfParts>
    <vt:vector size="38" baseType="lpstr">
      <vt:lpstr>Tema di Office</vt:lpstr>
      <vt:lpstr>PROJECT WORK  </vt:lpstr>
      <vt:lpstr>Tecnologie da Utilizzare  Il progetto dovrà essere sviluppato con l'ultima versione di Java e per il frontend con l'ultima versione di Angular. Per la creazione di Api e Authentication utilizzare Spring Librerie di componenti grafici- Bootstrap-Material. </vt:lpstr>
      <vt:lpstr>Trame Creare delle api che restituiscano immagine- titolo della trama e la descrizione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Campo di Battaglia: La trama del film di Gianni Amelio </vt:lpstr>
      <vt:lpstr>Presentazione standard di PowerPoint</vt:lpstr>
      <vt:lpstr>Never Let Go-A Un Passo Dal Male: la trama del film di Alexandre Aja</vt:lpstr>
      <vt:lpstr>Presentazione standard di PowerPoint</vt:lpstr>
      <vt:lpstr> Joker-Folie à Deux: la trama del film di Todd Philips </vt:lpstr>
      <vt:lpstr>Presentazione standard di PowerPoint</vt:lpstr>
      <vt:lpstr>    Making Of: la trama del film di Denis Podalydès  </vt:lpstr>
      <vt:lpstr>Presentazione standard di PowerPoint</vt:lpstr>
      <vt:lpstr> Maria Montessori –La Nouvelle Femme: la trama del film di Lèa Todorov</vt:lpstr>
      <vt:lpstr>Presentazione standard di PowerPoint</vt:lpstr>
      <vt:lpstr>Familia: la trama del film di Francesco Costabile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Io sono nessuno 2, John Ortiz si unisce al cast del sequel</vt:lpstr>
      <vt:lpstr>Presentazione standard di PowerPoint</vt:lpstr>
      <vt:lpstr>James Cameron abbraccia l'AI nel consiglio di amministrazione di Stability AI "Inimmaginabili mezzi per raccontare storie"</vt:lpstr>
      <vt:lpstr>Presentazione standard di PowerPoint</vt:lpstr>
      <vt:lpstr>Supergirl:Woman of Tomorrow,Matthias Schoenaerts sarà Krem delle Colline Gialle</vt:lpstr>
      <vt:lpstr>Presentazione standard di PowerPoint</vt:lpstr>
      <vt:lpstr>I migliori film in streaming di Catherine Zeta-Jones</vt:lpstr>
      <vt:lpstr>Presentazione standard di PowerPoint</vt:lpstr>
      <vt:lpstr>Canary Black: ecco il trailer ufficiale dello spy-thriller d'azione con Kate Beckin</vt:lpstr>
      <vt:lpstr>Presentazione standard di PowerPoint</vt:lpstr>
      <vt:lpstr>Vermiglio rappresentera' l'Italia agli Oscar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  </dc:title>
  <dc:creator>Fabio Di Gloria</dc:creator>
  <cp:revision>144</cp:revision>
  <dcterms:created xsi:type="dcterms:W3CDTF">2022-10-20T13:33:27Z</dcterms:created>
  <dcterms:modified xsi:type="dcterms:W3CDTF">2024-11-07T16:10:33Z</dcterms:modified>
</cp:coreProperties>
</file>